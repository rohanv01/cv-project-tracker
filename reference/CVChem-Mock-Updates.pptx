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9895" r:id="rId2"/>
  </p:sldMasterIdLst>
  <p:notesMasterIdLst>
    <p:notesMasterId r:id="rId14"/>
  </p:notesMasterIdLst>
  <p:handoutMasterIdLst>
    <p:handoutMasterId r:id="rId15"/>
  </p:handoutMasterIdLst>
  <p:sldIdLst>
    <p:sldId id="403" r:id="rId3"/>
    <p:sldId id="4423" r:id="rId4"/>
    <p:sldId id="4424" r:id="rId5"/>
    <p:sldId id="4425" r:id="rId6"/>
    <p:sldId id="4426" r:id="rId7"/>
    <p:sldId id="4427" r:id="rId8"/>
    <p:sldId id="4428" r:id="rId9"/>
    <p:sldId id="4431" r:id="rId10"/>
    <p:sldId id="4432" r:id="rId11"/>
    <p:sldId id="4433" r:id="rId12"/>
    <p:sldId id="4361" r:id="rId13"/>
  </p:sldIdLst>
  <p:sldSz cx="9144000" cy="6858000" type="letter"/>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2">
          <p15:clr>
            <a:srgbClr val="A4A3A4"/>
          </p15:clr>
        </p15:guide>
        <p15:guide id="3" orient="horz" pos="2928">
          <p15:clr>
            <a:srgbClr val="A4A3A4"/>
          </p15:clr>
        </p15:guide>
        <p15:guide id="4"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FF99"/>
    <a:srgbClr val="99FF66"/>
    <a:srgbClr val="CCFF99"/>
    <a:srgbClr val="66FF33"/>
    <a:srgbClr val="9CE33D"/>
    <a:srgbClr val="FF7C80"/>
    <a:srgbClr val="FF5050"/>
    <a:srgbClr val="92D050"/>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539FBB-BAD2-4BD7-91BB-76676B97C14E}" v="65" dt="2026-09-02T09:22:35.212"/>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89" autoAdjust="0"/>
    <p:restoredTop sz="97312" autoAdjust="0"/>
  </p:normalViewPr>
  <p:slideViewPr>
    <p:cSldViewPr>
      <p:cViewPr>
        <p:scale>
          <a:sx n="110" d="100"/>
          <a:sy n="110" d="100"/>
        </p:scale>
        <p:origin x="-2520" y="-82"/>
      </p:cViewPr>
      <p:guideLst>
        <p:guide orient="horz" pos="2160"/>
        <p:guide pos="2880"/>
      </p:guideLst>
    </p:cSldViewPr>
  </p:slideViewPr>
  <p:outlineViewPr>
    <p:cViewPr>
      <p:scale>
        <a:sx n="33" d="100"/>
        <a:sy n="33" d="100"/>
      </p:scale>
      <p:origin x="0" y="1356"/>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9" d="100"/>
          <a:sy n="59" d="100"/>
        </p:scale>
        <p:origin x="-2532" y="-84"/>
      </p:cViewPr>
      <p:guideLst>
        <p:guide orient="horz" pos="3127"/>
        <p:guide pos="2142"/>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rudh Citineni" userId="c71035020fdd6d1b" providerId="LiveId" clId="{3D727EC0-9D59-44CA-9F58-AC45ED025156}"/>
    <pc:docChg chg="undo custSel addSld delSld modSld">
      <pc:chgData name="Anirudh Citineni" userId="c71035020fdd6d1b" providerId="LiveId" clId="{3D727EC0-9D59-44CA-9F58-AC45ED025156}" dt="2026-09-02T09:48:58.651" v="2254" actId="20577"/>
      <pc:docMkLst>
        <pc:docMk/>
      </pc:docMkLst>
      <pc:sldChg chg="modSp mod">
        <pc:chgData name="Anirudh Citineni" userId="c71035020fdd6d1b" providerId="LiveId" clId="{3D727EC0-9D59-44CA-9F58-AC45ED025156}" dt="2026-09-02T07:51:55.760" v="561" actId="20577"/>
        <pc:sldMkLst>
          <pc:docMk/>
          <pc:sldMk cId="0" sldId="403"/>
        </pc:sldMkLst>
        <pc:spChg chg="mod">
          <ac:chgData name="Anirudh Citineni" userId="c71035020fdd6d1b" providerId="LiveId" clId="{3D727EC0-9D59-44CA-9F58-AC45ED025156}" dt="2026-09-02T07:51:55.760" v="561" actId="20577"/>
          <ac:spMkLst>
            <pc:docMk/>
            <pc:sldMk cId="0" sldId="403"/>
            <ac:spMk id="46082" creationId="{00000000-0000-0000-0000-000000000000}"/>
          </ac:spMkLst>
        </pc:spChg>
      </pc:sldChg>
      <pc:sldChg chg="del">
        <pc:chgData name="Anirudh Citineni" userId="c71035020fdd6d1b" providerId="LiveId" clId="{3D727EC0-9D59-44CA-9F58-AC45ED025156}" dt="2026-09-02T06:19:31.003" v="306" actId="47"/>
        <pc:sldMkLst>
          <pc:docMk/>
          <pc:sldMk cId="0" sldId="4216"/>
        </pc:sldMkLst>
      </pc:sldChg>
      <pc:sldChg chg="del">
        <pc:chgData name="Anirudh Citineni" userId="c71035020fdd6d1b" providerId="LiveId" clId="{3D727EC0-9D59-44CA-9F58-AC45ED025156}" dt="2026-09-02T06:19:28.997" v="302" actId="47"/>
        <pc:sldMkLst>
          <pc:docMk/>
          <pc:sldMk cId="2482678281" sldId="4333"/>
        </pc:sldMkLst>
      </pc:sldChg>
      <pc:sldChg chg="del">
        <pc:chgData name="Anirudh Citineni" userId="c71035020fdd6d1b" providerId="LiveId" clId="{3D727EC0-9D59-44CA-9F58-AC45ED025156}" dt="2026-09-02T06:19:29.556" v="303" actId="47"/>
        <pc:sldMkLst>
          <pc:docMk/>
          <pc:sldMk cId="2368927478" sldId="4334"/>
        </pc:sldMkLst>
      </pc:sldChg>
      <pc:sldChg chg="del">
        <pc:chgData name="Anirudh Citineni" userId="c71035020fdd6d1b" providerId="LiveId" clId="{3D727EC0-9D59-44CA-9F58-AC45ED025156}" dt="2026-09-02T06:19:30.097" v="304" actId="47"/>
        <pc:sldMkLst>
          <pc:docMk/>
          <pc:sldMk cId="231941224" sldId="4335"/>
        </pc:sldMkLst>
      </pc:sldChg>
      <pc:sldChg chg="del">
        <pc:chgData name="Anirudh Citineni" userId="c71035020fdd6d1b" providerId="LiveId" clId="{3D727EC0-9D59-44CA-9F58-AC45ED025156}" dt="2026-09-02T06:19:30.577" v="305" actId="47"/>
        <pc:sldMkLst>
          <pc:docMk/>
          <pc:sldMk cId="4242140566" sldId="4336"/>
        </pc:sldMkLst>
      </pc:sldChg>
      <pc:sldChg chg="del">
        <pc:chgData name="Anirudh Citineni" userId="c71035020fdd6d1b" providerId="LiveId" clId="{3D727EC0-9D59-44CA-9F58-AC45ED025156}" dt="2026-09-02T06:19:31.395" v="307" actId="47"/>
        <pc:sldMkLst>
          <pc:docMk/>
          <pc:sldMk cId="310837590" sldId="4338"/>
        </pc:sldMkLst>
      </pc:sldChg>
      <pc:sldChg chg="del">
        <pc:chgData name="Anirudh Citineni" userId="c71035020fdd6d1b" providerId="LiveId" clId="{3D727EC0-9D59-44CA-9F58-AC45ED025156}" dt="2026-09-02T06:19:35.646" v="311" actId="47"/>
        <pc:sldMkLst>
          <pc:docMk/>
          <pc:sldMk cId="3921646674" sldId="4342"/>
        </pc:sldMkLst>
      </pc:sldChg>
      <pc:sldChg chg="del">
        <pc:chgData name="Anirudh Citineni" userId="c71035020fdd6d1b" providerId="LiveId" clId="{3D727EC0-9D59-44CA-9F58-AC45ED025156}" dt="2026-09-02T06:19:32.417" v="308" actId="47"/>
        <pc:sldMkLst>
          <pc:docMk/>
          <pc:sldMk cId="3875151901" sldId="4350"/>
        </pc:sldMkLst>
      </pc:sldChg>
      <pc:sldChg chg="del">
        <pc:chgData name="Anirudh Citineni" userId="c71035020fdd6d1b" providerId="LiveId" clId="{3D727EC0-9D59-44CA-9F58-AC45ED025156}" dt="2026-09-02T06:19:34.134" v="309" actId="47"/>
        <pc:sldMkLst>
          <pc:docMk/>
          <pc:sldMk cId="953853454" sldId="4351"/>
        </pc:sldMkLst>
      </pc:sldChg>
      <pc:sldChg chg="del">
        <pc:chgData name="Anirudh Citineni" userId="c71035020fdd6d1b" providerId="LiveId" clId="{3D727EC0-9D59-44CA-9F58-AC45ED025156}" dt="2026-09-02T06:19:37.925" v="313" actId="47"/>
        <pc:sldMkLst>
          <pc:docMk/>
          <pc:sldMk cId="2415063911" sldId="4352"/>
        </pc:sldMkLst>
      </pc:sldChg>
      <pc:sldChg chg="del">
        <pc:chgData name="Anirudh Citineni" userId="c71035020fdd6d1b" providerId="LiveId" clId="{3D727EC0-9D59-44CA-9F58-AC45ED025156}" dt="2026-09-02T06:19:36.578" v="312" actId="47"/>
        <pc:sldMkLst>
          <pc:docMk/>
          <pc:sldMk cId="874803572" sldId="4353"/>
        </pc:sldMkLst>
      </pc:sldChg>
      <pc:sldChg chg="del">
        <pc:chgData name="Anirudh Citineni" userId="c71035020fdd6d1b" providerId="LiveId" clId="{3D727EC0-9D59-44CA-9F58-AC45ED025156}" dt="2026-09-02T06:19:41.394" v="315" actId="47"/>
        <pc:sldMkLst>
          <pc:docMk/>
          <pc:sldMk cId="2063844499" sldId="4354"/>
        </pc:sldMkLst>
      </pc:sldChg>
      <pc:sldChg chg="del">
        <pc:chgData name="Anirudh Citineni" userId="c71035020fdd6d1b" providerId="LiveId" clId="{3D727EC0-9D59-44CA-9F58-AC45ED025156}" dt="2026-09-02T06:19:42.796" v="317" actId="47"/>
        <pc:sldMkLst>
          <pc:docMk/>
          <pc:sldMk cId="1336997915" sldId="4355"/>
        </pc:sldMkLst>
      </pc:sldChg>
      <pc:sldChg chg="del">
        <pc:chgData name="Anirudh Citineni" userId="c71035020fdd6d1b" providerId="LiveId" clId="{3D727EC0-9D59-44CA-9F58-AC45ED025156}" dt="2026-09-02T06:19:34.922" v="310" actId="47"/>
        <pc:sldMkLst>
          <pc:docMk/>
          <pc:sldMk cId="2825901083" sldId="4357"/>
        </pc:sldMkLst>
      </pc:sldChg>
      <pc:sldChg chg="del">
        <pc:chgData name="Anirudh Citineni" userId="c71035020fdd6d1b" providerId="LiveId" clId="{3D727EC0-9D59-44CA-9F58-AC45ED025156}" dt="2026-09-02T06:19:42.072" v="316" actId="47"/>
        <pc:sldMkLst>
          <pc:docMk/>
          <pc:sldMk cId="914016690" sldId="4359"/>
        </pc:sldMkLst>
      </pc:sldChg>
      <pc:sldChg chg="addSp delSp modSp add del mod">
        <pc:chgData name="Anirudh Citineni" userId="c71035020fdd6d1b" providerId="LiveId" clId="{3D727EC0-9D59-44CA-9F58-AC45ED025156}" dt="2026-09-02T07:56:04.252" v="631" actId="20577"/>
        <pc:sldMkLst>
          <pc:docMk/>
          <pc:sldMk cId="2497726865" sldId="4361"/>
        </pc:sldMkLst>
        <pc:spChg chg="add">
          <ac:chgData name="Anirudh Citineni" userId="c71035020fdd6d1b" providerId="LiveId" clId="{3D727EC0-9D59-44CA-9F58-AC45ED025156}" dt="2026-09-02T06:36:45.928" v="400" actId="22"/>
          <ac:spMkLst>
            <pc:docMk/>
            <pc:sldMk cId="2497726865" sldId="4361"/>
            <ac:spMk id="5" creationId="{A976E171-6E9B-C6FD-5CA3-0EE0A8D5A7CA}"/>
          </ac:spMkLst>
        </pc:spChg>
        <pc:spChg chg="add mod">
          <ac:chgData name="Anirudh Citineni" userId="c71035020fdd6d1b" providerId="LiveId" clId="{3D727EC0-9D59-44CA-9F58-AC45ED025156}" dt="2026-09-02T06:41:32.587" v="437" actId="1076"/>
          <ac:spMkLst>
            <pc:docMk/>
            <pc:sldMk cId="2497726865" sldId="4361"/>
            <ac:spMk id="7" creationId="{61219E9D-459C-FD29-0D91-DC318479C1ED}"/>
          </ac:spMkLst>
        </pc:spChg>
        <pc:spChg chg="mod">
          <ac:chgData name="Anirudh Citineni" userId="c71035020fdd6d1b" providerId="LiveId" clId="{3D727EC0-9D59-44CA-9F58-AC45ED025156}" dt="2026-09-02T06:41:40.882" v="438" actId="1076"/>
          <ac:spMkLst>
            <pc:docMk/>
            <pc:sldMk cId="2497726865" sldId="4361"/>
            <ac:spMk id="9" creationId="{00000000-0000-0000-0000-000000000000}"/>
          </ac:spMkLst>
        </pc:spChg>
        <pc:spChg chg="add mod">
          <ac:chgData name="Anirudh Citineni" userId="c71035020fdd6d1b" providerId="LiveId" clId="{3D727EC0-9D59-44CA-9F58-AC45ED025156}" dt="2026-09-02T07:56:04.252" v="631" actId="20577"/>
          <ac:spMkLst>
            <pc:docMk/>
            <pc:sldMk cId="2497726865" sldId="4361"/>
            <ac:spMk id="10" creationId="{AF7840D6-082E-B3F1-5A55-944443373478}"/>
          </ac:spMkLst>
        </pc:spChg>
        <pc:graphicFrameChg chg="del">
          <ac:chgData name="Anirudh Citineni" userId="c71035020fdd6d1b" providerId="LiveId" clId="{3D727EC0-9D59-44CA-9F58-AC45ED025156}" dt="2026-09-02T06:36:44.988" v="399" actId="478"/>
          <ac:graphicFrameMkLst>
            <pc:docMk/>
            <pc:sldMk cId="2497726865" sldId="4361"/>
            <ac:graphicFrameMk id="2" creationId="{00000000-0000-0000-0000-000000000000}"/>
          </ac:graphicFrameMkLst>
        </pc:graphicFrameChg>
        <pc:graphicFrameChg chg="del">
          <ac:chgData name="Anirudh Citineni" userId="c71035020fdd6d1b" providerId="LiveId" clId="{3D727EC0-9D59-44CA-9F58-AC45ED025156}" dt="2026-09-02T07:55:37.361" v="623" actId="478"/>
          <ac:graphicFrameMkLst>
            <pc:docMk/>
            <pc:sldMk cId="2497726865" sldId="4361"/>
            <ac:graphicFrameMk id="1290243" creationId="{00000000-0000-0000-0000-000000000000}"/>
          </ac:graphicFrameMkLst>
        </pc:graphicFrameChg>
      </pc:sldChg>
      <pc:sldChg chg="del">
        <pc:chgData name="Anirudh Citineni" userId="c71035020fdd6d1b" providerId="LiveId" clId="{3D727EC0-9D59-44CA-9F58-AC45ED025156}" dt="2026-09-02T06:19:26.318" v="297" actId="47"/>
        <pc:sldMkLst>
          <pc:docMk/>
          <pc:sldMk cId="2613007328" sldId="4362"/>
        </pc:sldMkLst>
      </pc:sldChg>
      <pc:sldChg chg="del">
        <pc:chgData name="Anirudh Citineni" userId="c71035020fdd6d1b" providerId="LiveId" clId="{3D727EC0-9D59-44CA-9F58-AC45ED025156}" dt="2026-09-02T06:19:26.924" v="298" actId="47"/>
        <pc:sldMkLst>
          <pc:docMk/>
          <pc:sldMk cId="1775846218" sldId="4363"/>
        </pc:sldMkLst>
      </pc:sldChg>
      <pc:sldChg chg="del">
        <pc:chgData name="Anirudh Citineni" userId="c71035020fdd6d1b" providerId="LiveId" clId="{3D727EC0-9D59-44CA-9F58-AC45ED025156}" dt="2026-09-02T06:19:27.407" v="299" actId="47"/>
        <pc:sldMkLst>
          <pc:docMk/>
          <pc:sldMk cId="1452088133" sldId="4364"/>
        </pc:sldMkLst>
      </pc:sldChg>
      <pc:sldChg chg="del">
        <pc:chgData name="Anirudh Citineni" userId="c71035020fdd6d1b" providerId="LiveId" clId="{3D727EC0-9D59-44CA-9F58-AC45ED025156}" dt="2026-09-02T06:19:27.788" v="300" actId="47"/>
        <pc:sldMkLst>
          <pc:docMk/>
          <pc:sldMk cId="2423146732" sldId="4365"/>
        </pc:sldMkLst>
      </pc:sldChg>
      <pc:sldChg chg="del">
        <pc:chgData name="Anirudh Citineni" userId="c71035020fdd6d1b" providerId="LiveId" clId="{3D727EC0-9D59-44CA-9F58-AC45ED025156}" dt="2026-09-02T06:19:28.640" v="301" actId="47"/>
        <pc:sldMkLst>
          <pc:docMk/>
          <pc:sldMk cId="2101476786" sldId="4367"/>
        </pc:sldMkLst>
      </pc:sldChg>
      <pc:sldChg chg="del">
        <pc:chgData name="Anirudh Citineni" userId="c71035020fdd6d1b" providerId="LiveId" clId="{3D727EC0-9D59-44CA-9F58-AC45ED025156}" dt="2026-09-02T06:19:40.668" v="314" actId="47"/>
        <pc:sldMkLst>
          <pc:docMk/>
          <pc:sldMk cId="2920688031" sldId="4369"/>
        </pc:sldMkLst>
      </pc:sldChg>
      <pc:sldChg chg="del">
        <pc:chgData name="Anirudh Citineni" userId="c71035020fdd6d1b" providerId="LiveId" clId="{3D727EC0-9D59-44CA-9F58-AC45ED025156}" dt="2026-09-02T06:19:14.061" v="278" actId="47"/>
        <pc:sldMkLst>
          <pc:docMk/>
          <pc:sldMk cId="1585109377" sldId="4371"/>
        </pc:sldMkLst>
      </pc:sldChg>
      <pc:sldChg chg="del">
        <pc:chgData name="Anirudh Citineni" userId="c71035020fdd6d1b" providerId="LiveId" clId="{3D727EC0-9D59-44CA-9F58-AC45ED025156}" dt="2026-09-02T06:19:14.931" v="279" actId="47"/>
        <pc:sldMkLst>
          <pc:docMk/>
          <pc:sldMk cId="838126486" sldId="4372"/>
        </pc:sldMkLst>
      </pc:sldChg>
      <pc:sldChg chg="del">
        <pc:chgData name="Anirudh Citineni" userId="c71035020fdd6d1b" providerId="LiveId" clId="{3D727EC0-9D59-44CA-9F58-AC45ED025156}" dt="2026-09-02T06:19:15.453" v="280" actId="47"/>
        <pc:sldMkLst>
          <pc:docMk/>
          <pc:sldMk cId="1505617166" sldId="4373"/>
        </pc:sldMkLst>
      </pc:sldChg>
      <pc:sldChg chg="del">
        <pc:chgData name="Anirudh Citineni" userId="c71035020fdd6d1b" providerId="LiveId" clId="{3D727EC0-9D59-44CA-9F58-AC45ED025156}" dt="2026-09-02T06:19:15.882" v="281" actId="47"/>
        <pc:sldMkLst>
          <pc:docMk/>
          <pc:sldMk cId="678830018" sldId="4374"/>
        </pc:sldMkLst>
      </pc:sldChg>
      <pc:sldChg chg="del">
        <pc:chgData name="Anirudh Citineni" userId="c71035020fdd6d1b" providerId="LiveId" clId="{3D727EC0-9D59-44CA-9F58-AC45ED025156}" dt="2026-09-02T06:19:16.725" v="282" actId="47"/>
        <pc:sldMkLst>
          <pc:docMk/>
          <pc:sldMk cId="3310408320" sldId="4375"/>
        </pc:sldMkLst>
      </pc:sldChg>
      <pc:sldChg chg="del">
        <pc:chgData name="Anirudh Citineni" userId="c71035020fdd6d1b" providerId="LiveId" clId="{3D727EC0-9D59-44CA-9F58-AC45ED025156}" dt="2026-09-02T06:19:17.535" v="283" actId="47"/>
        <pc:sldMkLst>
          <pc:docMk/>
          <pc:sldMk cId="55358950" sldId="4376"/>
        </pc:sldMkLst>
      </pc:sldChg>
      <pc:sldChg chg="del">
        <pc:chgData name="Anirudh Citineni" userId="c71035020fdd6d1b" providerId="LiveId" clId="{3D727EC0-9D59-44CA-9F58-AC45ED025156}" dt="2026-09-02T06:19:18.107" v="284" actId="47"/>
        <pc:sldMkLst>
          <pc:docMk/>
          <pc:sldMk cId="3986436732" sldId="4377"/>
        </pc:sldMkLst>
      </pc:sldChg>
      <pc:sldChg chg="del">
        <pc:chgData name="Anirudh Citineni" userId="c71035020fdd6d1b" providerId="LiveId" clId="{3D727EC0-9D59-44CA-9F58-AC45ED025156}" dt="2026-09-02T06:19:18.900" v="285" actId="47"/>
        <pc:sldMkLst>
          <pc:docMk/>
          <pc:sldMk cId="4034021653" sldId="4378"/>
        </pc:sldMkLst>
      </pc:sldChg>
      <pc:sldChg chg="del">
        <pc:chgData name="Anirudh Citineni" userId="c71035020fdd6d1b" providerId="LiveId" clId="{3D727EC0-9D59-44CA-9F58-AC45ED025156}" dt="2026-09-02T06:19:19.728" v="286" actId="47"/>
        <pc:sldMkLst>
          <pc:docMk/>
          <pc:sldMk cId="3881722523" sldId="4379"/>
        </pc:sldMkLst>
      </pc:sldChg>
      <pc:sldChg chg="del">
        <pc:chgData name="Anirudh Citineni" userId="c71035020fdd6d1b" providerId="LiveId" clId="{3D727EC0-9D59-44CA-9F58-AC45ED025156}" dt="2026-09-02T06:19:20.499" v="287" actId="47"/>
        <pc:sldMkLst>
          <pc:docMk/>
          <pc:sldMk cId="990430808" sldId="4380"/>
        </pc:sldMkLst>
      </pc:sldChg>
      <pc:sldChg chg="del">
        <pc:chgData name="Anirudh Citineni" userId="c71035020fdd6d1b" providerId="LiveId" clId="{3D727EC0-9D59-44CA-9F58-AC45ED025156}" dt="2026-09-02T06:19:21.303" v="288" actId="47"/>
        <pc:sldMkLst>
          <pc:docMk/>
          <pc:sldMk cId="1486721149" sldId="4381"/>
        </pc:sldMkLst>
      </pc:sldChg>
      <pc:sldChg chg="del">
        <pc:chgData name="Anirudh Citineni" userId="c71035020fdd6d1b" providerId="LiveId" clId="{3D727EC0-9D59-44CA-9F58-AC45ED025156}" dt="2026-09-02T06:19:21.984" v="289" actId="47"/>
        <pc:sldMkLst>
          <pc:docMk/>
          <pc:sldMk cId="2125278102" sldId="4382"/>
        </pc:sldMkLst>
      </pc:sldChg>
      <pc:sldChg chg="del">
        <pc:chgData name="Anirudh Citineni" userId="c71035020fdd6d1b" providerId="LiveId" clId="{3D727EC0-9D59-44CA-9F58-AC45ED025156}" dt="2026-09-02T06:19:22.596" v="290" actId="47"/>
        <pc:sldMkLst>
          <pc:docMk/>
          <pc:sldMk cId="3456737798" sldId="4383"/>
        </pc:sldMkLst>
      </pc:sldChg>
      <pc:sldChg chg="del">
        <pc:chgData name="Anirudh Citineni" userId="c71035020fdd6d1b" providerId="LiveId" clId="{3D727EC0-9D59-44CA-9F58-AC45ED025156}" dt="2026-09-02T06:19:23.055" v="291" actId="47"/>
        <pc:sldMkLst>
          <pc:docMk/>
          <pc:sldMk cId="2662702636" sldId="4384"/>
        </pc:sldMkLst>
      </pc:sldChg>
      <pc:sldChg chg="del">
        <pc:chgData name="Anirudh Citineni" userId="c71035020fdd6d1b" providerId="LiveId" clId="{3D727EC0-9D59-44CA-9F58-AC45ED025156}" dt="2026-09-02T06:19:23.708" v="292" actId="47"/>
        <pc:sldMkLst>
          <pc:docMk/>
          <pc:sldMk cId="1833080001" sldId="4385"/>
        </pc:sldMkLst>
      </pc:sldChg>
      <pc:sldChg chg="del">
        <pc:chgData name="Anirudh Citineni" userId="c71035020fdd6d1b" providerId="LiveId" clId="{3D727EC0-9D59-44CA-9F58-AC45ED025156}" dt="2026-09-02T06:19:24.209" v="293" actId="47"/>
        <pc:sldMkLst>
          <pc:docMk/>
          <pc:sldMk cId="113593612" sldId="4386"/>
        </pc:sldMkLst>
      </pc:sldChg>
      <pc:sldChg chg="del">
        <pc:chgData name="Anirudh Citineni" userId="c71035020fdd6d1b" providerId="LiveId" clId="{3D727EC0-9D59-44CA-9F58-AC45ED025156}" dt="2026-09-02T06:19:24.791" v="294" actId="47"/>
        <pc:sldMkLst>
          <pc:docMk/>
          <pc:sldMk cId="1922214649" sldId="4387"/>
        </pc:sldMkLst>
      </pc:sldChg>
      <pc:sldChg chg="del">
        <pc:chgData name="Anirudh Citineni" userId="c71035020fdd6d1b" providerId="LiveId" clId="{3D727EC0-9D59-44CA-9F58-AC45ED025156}" dt="2026-09-02T06:19:25.392" v="295" actId="47"/>
        <pc:sldMkLst>
          <pc:docMk/>
          <pc:sldMk cId="3889943706" sldId="4388"/>
        </pc:sldMkLst>
      </pc:sldChg>
      <pc:sldChg chg="del">
        <pc:chgData name="Anirudh Citineni" userId="c71035020fdd6d1b" providerId="LiveId" clId="{3D727EC0-9D59-44CA-9F58-AC45ED025156}" dt="2026-09-02T06:19:25.758" v="296" actId="47"/>
        <pc:sldMkLst>
          <pc:docMk/>
          <pc:sldMk cId="187230452" sldId="4389"/>
        </pc:sldMkLst>
      </pc:sldChg>
      <pc:sldChg chg="del">
        <pc:chgData name="Anirudh Citineni" userId="c71035020fdd6d1b" providerId="LiveId" clId="{3D727EC0-9D59-44CA-9F58-AC45ED025156}" dt="2026-09-02T06:19:00.015" v="259" actId="47"/>
        <pc:sldMkLst>
          <pc:docMk/>
          <pc:sldMk cId="517044967" sldId="4391"/>
        </pc:sldMkLst>
      </pc:sldChg>
      <pc:sldChg chg="del">
        <pc:chgData name="Anirudh Citineni" userId="c71035020fdd6d1b" providerId="LiveId" clId="{3D727EC0-9D59-44CA-9F58-AC45ED025156}" dt="2026-09-02T06:19:00.782" v="260" actId="47"/>
        <pc:sldMkLst>
          <pc:docMk/>
          <pc:sldMk cId="907127560" sldId="4392"/>
        </pc:sldMkLst>
      </pc:sldChg>
      <pc:sldChg chg="del">
        <pc:chgData name="Anirudh Citineni" userId="c71035020fdd6d1b" providerId="LiveId" clId="{3D727EC0-9D59-44CA-9F58-AC45ED025156}" dt="2026-09-02T06:19:01.497" v="261" actId="47"/>
        <pc:sldMkLst>
          <pc:docMk/>
          <pc:sldMk cId="3610220894" sldId="4393"/>
        </pc:sldMkLst>
      </pc:sldChg>
      <pc:sldChg chg="del">
        <pc:chgData name="Anirudh Citineni" userId="c71035020fdd6d1b" providerId="LiveId" clId="{3D727EC0-9D59-44CA-9F58-AC45ED025156}" dt="2026-09-02T06:19:02.500" v="262" actId="47"/>
        <pc:sldMkLst>
          <pc:docMk/>
          <pc:sldMk cId="1600478657" sldId="4394"/>
        </pc:sldMkLst>
      </pc:sldChg>
      <pc:sldChg chg="del">
        <pc:chgData name="Anirudh Citineni" userId="c71035020fdd6d1b" providerId="LiveId" clId="{3D727EC0-9D59-44CA-9F58-AC45ED025156}" dt="2026-09-02T06:19:03.355" v="263" actId="47"/>
        <pc:sldMkLst>
          <pc:docMk/>
          <pc:sldMk cId="974051052" sldId="4395"/>
        </pc:sldMkLst>
      </pc:sldChg>
      <pc:sldChg chg="del">
        <pc:chgData name="Anirudh Citineni" userId="c71035020fdd6d1b" providerId="LiveId" clId="{3D727EC0-9D59-44CA-9F58-AC45ED025156}" dt="2026-09-02T06:19:04.411" v="264" actId="47"/>
        <pc:sldMkLst>
          <pc:docMk/>
          <pc:sldMk cId="4194638166" sldId="4396"/>
        </pc:sldMkLst>
      </pc:sldChg>
      <pc:sldChg chg="del">
        <pc:chgData name="Anirudh Citineni" userId="c71035020fdd6d1b" providerId="LiveId" clId="{3D727EC0-9D59-44CA-9F58-AC45ED025156}" dt="2026-09-02T06:19:05.172" v="265" actId="47"/>
        <pc:sldMkLst>
          <pc:docMk/>
          <pc:sldMk cId="422876224" sldId="4397"/>
        </pc:sldMkLst>
      </pc:sldChg>
      <pc:sldChg chg="del">
        <pc:chgData name="Anirudh Citineni" userId="c71035020fdd6d1b" providerId="LiveId" clId="{3D727EC0-9D59-44CA-9F58-AC45ED025156}" dt="2026-09-02T06:19:05.791" v="266" actId="47"/>
        <pc:sldMkLst>
          <pc:docMk/>
          <pc:sldMk cId="3034283762" sldId="4398"/>
        </pc:sldMkLst>
      </pc:sldChg>
      <pc:sldChg chg="del">
        <pc:chgData name="Anirudh Citineni" userId="c71035020fdd6d1b" providerId="LiveId" clId="{3D727EC0-9D59-44CA-9F58-AC45ED025156}" dt="2026-09-02T06:19:06.276" v="267" actId="47"/>
        <pc:sldMkLst>
          <pc:docMk/>
          <pc:sldMk cId="409333892" sldId="4399"/>
        </pc:sldMkLst>
      </pc:sldChg>
      <pc:sldChg chg="del">
        <pc:chgData name="Anirudh Citineni" userId="c71035020fdd6d1b" providerId="LiveId" clId="{3D727EC0-9D59-44CA-9F58-AC45ED025156}" dt="2026-09-02T06:19:06.682" v="268" actId="47"/>
        <pc:sldMkLst>
          <pc:docMk/>
          <pc:sldMk cId="2355241294" sldId="4400"/>
        </pc:sldMkLst>
      </pc:sldChg>
      <pc:sldChg chg="del">
        <pc:chgData name="Anirudh Citineni" userId="c71035020fdd6d1b" providerId="LiveId" clId="{3D727EC0-9D59-44CA-9F58-AC45ED025156}" dt="2026-09-02T06:19:07.039" v="269" actId="47"/>
        <pc:sldMkLst>
          <pc:docMk/>
          <pc:sldMk cId="3782477506" sldId="4401"/>
        </pc:sldMkLst>
      </pc:sldChg>
      <pc:sldChg chg="del">
        <pc:chgData name="Anirudh Citineni" userId="c71035020fdd6d1b" providerId="LiveId" clId="{3D727EC0-9D59-44CA-9F58-AC45ED025156}" dt="2026-09-02T06:19:07.811" v="270" actId="47"/>
        <pc:sldMkLst>
          <pc:docMk/>
          <pc:sldMk cId="3485275789" sldId="4402"/>
        </pc:sldMkLst>
      </pc:sldChg>
      <pc:sldChg chg="del">
        <pc:chgData name="Anirudh Citineni" userId="c71035020fdd6d1b" providerId="LiveId" clId="{3D727EC0-9D59-44CA-9F58-AC45ED025156}" dt="2026-09-02T06:19:08.461" v="271" actId="47"/>
        <pc:sldMkLst>
          <pc:docMk/>
          <pc:sldMk cId="1894477704" sldId="4403"/>
        </pc:sldMkLst>
      </pc:sldChg>
      <pc:sldChg chg="del">
        <pc:chgData name="Anirudh Citineni" userId="c71035020fdd6d1b" providerId="LiveId" clId="{3D727EC0-9D59-44CA-9F58-AC45ED025156}" dt="2026-09-02T06:19:09.200" v="272" actId="47"/>
        <pc:sldMkLst>
          <pc:docMk/>
          <pc:sldMk cId="2988156415" sldId="4404"/>
        </pc:sldMkLst>
      </pc:sldChg>
      <pc:sldChg chg="del">
        <pc:chgData name="Anirudh Citineni" userId="c71035020fdd6d1b" providerId="LiveId" clId="{3D727EC0-9D59-44CA-9F58-AC45ED025156}" dt="2026-09-02T06:19:11.055" v="273" actId="47"/>
        <pc:sldMkLst>
          <pc:docMk/>
          <pc:sldMk cId="2703232058" sldId="4405"/>
        </pc:sldMkLst>
      </pc:sldChg>
      <pc:sldChg chg="del">
        <pc:chgData name="Anirudh Citineni" userId="c71035020fdd6d1b" providerId="LiveId" clId="{3D727EC0-9D59-44CA-9F58-AC45ED025156}" dt="2026-09-02T06:19:11.726" v="274" actId="47"/>
        <pc:sldMkLst>
          <pc:docMk/>
          <pc:sldMk cId="1559988798" sldId="4406"/>
        </pc:sldMkLst>
      </pc:sldChg>
      <pc:sldChg chg="del">
        <pc:chgData name="Anirudh Citineni" userId="c71035020fdd6d1b" providerId="LiveId" clId="{3D727EC0-9D59-44CA-9F58-AC45ED025156}" dt="2026-09-02T06:19:12.324" v="275" actId="47"/>
        <pc:sldMkLst>
          <pc:docMk/>
          <pc:sldMk cId="3508818678" sldId="4407"/>
        </pc:sldMkLst>
      </pc:sldChg>
      <pc:sldChg chg="del">
        <pc:chgData name="Anirudh Citineni" userId="c71035020fdd6d1b" providerId="LiveId" clId="{3D727EC0-9D59-44CA-9F58-AC45ED025156}" dt="2026-09-02T06:19:12.863" v="276" actId="47"/>
        <pc:sldMkLst>
          <pc:docMk/>
          <pc:sldMk cId="3714847497" sldId="4408"/>
        </pc:sldMkLst>
      </pc:sldChg>
      <pc:sldChg chg="del">
        <pc:chgData name="Anirudh Citineni" userId="c71035020fdd6d1b" providerId="LiveId" clId="{3D727EC0-9D59-44CA-9F58-AC45ED025156}" dt="2026-09-02T06:19:13.472" v="277" actId="47"/>
        <pc:sldMkLst>
          <pc:docMk/>
          <pc:sldMk cId="1743380011" sldId="4409"/>
        </pc:sldMkLst>
      </pc:sldChg>
      <pc:sldChg chg="del">
        <pc:chgData name="Anirudh Citineni" userId="c71035020fdd6d1b" providerId="LiveId" clId="{3D727EC0-9D59-44CA-9F58-AC45ED025156}" dt="2026-09-02T06:18:57.146" v="256" actId="47"/>
        <pc:sldMkLst>
          <pc:docMk/>
          <pc:sldMk cId="2426903190" sldId="4414"/>
        </pc:sldMkLst>
      </pc:sldChg>
      <pc:sldChg chg="del">
        <pc:chgData name="Anirudh Citineni" userId="c71035020fdd6d1b" providerId="LiveId" clId="{3D727EC0-9D59-44CA-9F58-AC45ED025156}" dt="2026-09-02T06:18:57.754" v="257" actId="47"/>
        <pc:sldMkLst>
          <pc:docMk/>
          <pc:sldMk cId="3364146840" sldId="4415"/>
        </pc:sldMkLst>
      </pc:sldChg>
      <pc:sldChg chg="del">
        <pc:chgData name="Anirudh Citineni" userId="c71035020fdd6d1b" providerId="LiveId" clId="{3D727EC0-9D59-44CA-9F58-AC45ED025156}" dt="2026-09-02T06:18:58.559" v="258" actId="47"/>
        <pc:sldMkLst>
          <pc:docMk/>
          <pc:sldMk cId="1883767581" sldId="4418"/>
        </pc:sldMkLst>
      </pc:sldChg>
      <pc:sldChg chg="addSp delSp modSp mod">
        <pc:chgData name="Anirudh Citineni" userId="c71035020fdd6d1b" providerId="LiveId" clId="{3D727EC0-9D59-44CA-9F58-AC45ED025156}" dt="2026-09-02T09:48:58.651" v="2254" actId="20577"/>
        <pc:sldMkLst>
          <pc:docMk/>
          <pc:sldMk cId="3735324597" sldId="4423"/>
        </pc:sldMkLst>
        <pc:spChg chg="add del mod">
          <ac:chgData name="Anirudh Citineni" userId="c71035020fdd6d1b" providerId="LiveId" clId="{3D727EC0-9D59-44CA-9F58-AC45ED025156}" dt="2026-09-01T11:25:19.787" v="17" actId="11529"/>
          <ac:spMkLst>
            <pc:docMk/>
            <pc:sldMk cId="3735324597" sldId="4423"/>
            <ac:spMk id="3" creationId="{2356636E-9028-85AB-C503-FB62B0F6EB02}"/>
          </ac:spMkLst>
        </pc:spChg>
        <pc:spChg chg="add mod">
          <ac:chgData name="Anirudh Citineni" userId="c71035020fdd6d1b" providerId="LiveId" clId="{3D727EC0-9D59-44CA-9F58-AC45ED025156}" dt="2026-09-02T06:38:10.144" v="410" actId="1036"/>
          <ac:spMkLst>
            <pc:docMk/>
            <pc:sldMk cId="3735324597" sldId="4423"/>
            <ac:spMk id="4" creationId="{13BB2A40-F810-1788-16E7-D2E823C3933E}"/>
          </ac:spMkLst>
        </pc:spChg>
        <pc:spChg chg="add mod">
          <ac:chgData name="Anirudh Citineni" userId="c71035020fdd6d1b" providerId="LiveId" clId="{3D727EC0-9D59-44CA-9F58-AC45ED025156}" dt="2026-09-02T06:37:12.642" v="402" actId="1076"/>
          <ac:spMkLst>
            <pc:docMk/>
            <pc:sldMk cId="3735324597" sldId="4423"/>
            <ac:spMk id="5" creationId="{544BDD37-913C-B0D2-FEA8-3240D818080D}"/>
          </ac:spMkLst>
        </pc:spChg>
        <pc:spChg chg="add mod">
          <ac:chgData name="Anirudh Citineni" userId="c71035020fdd6d1b" providerId="LiveId" clId="{3D727EC0-9D59-44CA-9F58-AC45ED025156}" dt="2026-09-02T06:37:15.636" v="403" actId="1076"/>
          <ac:spMkLst>
            <pc:docMk/>
            <pc:sldMk cId="3735324597" sldId="4423"/>
            <ac:spMk id="6" creationId="{AC1F86A7-D75F-15F0-2A65-729E895AB145}"/>
          </ac:spMkLst>
        </pc:spChg>
        <pc:spChg chg="add mod">
          <ac:chgData name="Anirudh Citineni" userId="c71035020fdd6d1b" providerId="LiveId" clId="{3D727EC0-9D59-44CA-9F58-AC45ED025156}" dt="2026-09-02T06:37:28.607" v="404" actId="1076"/>
          <ac:spMkLst>
            <pc:docMk/>
            <pc:sldMk cId="3735324597" sldId="4423"/>
            <ac:spMk id="7" creationId="{5B1F6DA6-EF3C-6487-BF3D-6A733729CAC9}"/>
          </ac:spMkLst>
        </pc:spChg>
        <pc:spChg chg="add mod">
          <ac:chgData name="Anirudh Citineni" userId="c71035020fdd6d1b" providerId="LiveId" clId="{3D727EC0-9D59-44CA-9F58-AC45ED025156}" dt="2026-09-02T06:37:59.468" v="408" actId="1076"/>
          <ac:spMkLst>
            <pc:docMk/>
            <pc:sldMk cId="3735324597" sldId="4423"/>
            <ac:spMk id="8" creationId="{1AC68DDF-456F-91CF-6699-6E2137020F4A}"/>
          </ac:spMkLst>
        </pc:spChg>
        <pc:spChg chg="add mod">
          <ac:chgData name="Anirudh Citineni" userId="c71035020fdd6d1b" providerId="LiveId" clId="{3D727EC0-9D59-44CA-9F58-AC45ED025156}" dt="2026-09-02T06:41:08.935" v="432" actId="1076"/>
          <ac:spMkLst>
            <pc:docMk/>
            <pc:sldMk cId="3735324597" sldId="4423"/>
            <ac:spMk id="9" creationId="{8F983E6B-CA67-53EF-F468-0E218757E964}"/>
          </ac:spMkLst>
        </pc:spChg>
        <pc:spChg chg="add mod">
          <ac:chgData name="Anirudh Citineni" userId="c71035020fdd6d1b" providerId="LiveId" clId="{3D727EC0-9D59-44CA-9F58-AC45ED025156}" dt="2026-09-01T11:30:18.425" v="53" actId="1076"/>
          <ac:spMkLst>
            <pc:docMk/>
            <pc:sldMk cId="3735324597" sldId="4423"/>
            <ac:spMk id="10" creationId="{2D1A090D-00CA-8681-6FF5-7589E9477E68}"/>
          </ac:spMkLst>
        </pc:spChg>
        <pc:graphicFrameChg chg="del">
          <ac:chgData name="Anirudh Citineni" userId="c71035020fdd6d1b" providerId="LiveId" clId="{3D727EC0-9D59-44CA-9F58-AC45ED025156}" dt="2026-09-01T11:09:17.514" v="6" actId="478"/>
          <ac:graphicFrameMkLst>
            <pc:docMk/>
            <pc:sldMk cId="3735324597" sldId="4423"/>
            <ac:graphicFrameMk id="2" creationId="{00000000-0000-0000-0000-000000000000}"/>
          </ac:graphicFrameMkLst>
        </pc:graphicFrameChg>
        <pc:graphicFrameChg chg="mod modGraphic">
          <ac:chgData name="Anirudh Citineni" userId="c71035020fdd6d1b" providerId="LiveId" clId="{3D727EC0-9D59-44CA-9F58-AC45ED025156}" dt="2026-09-02T09:48:58.651" v="2254" actId="20577"/>
          <ac:graphicFrameMkLst>
            <pc:docMk/>
            <pc:sldMk cId="3735324597" sldId="4423"/>
            <ac:graphicFrameMk id="13" creationId="{00000000-0000-0000-0000-000000000000}"/>
          </ac:graphicFrameMkLst>
        </pc:graphicFrameChg>
        <pc:graphicFrameChg chg="del">
          <ac:chgData name="Anirudh Citineni" userId="c71035020fdd6d1b" providerId="LiveId" clId="{3D727EC0-9D59-44CA-9F58-AC45ED025156}" dt="2026-09-01T11:09:29.351" v="12" actId="478"/>
          <ac:graphicFrameMkLst>
            <pc:docMk/>
            <pc:sldMk cId="3735324597" sldId="4423"/>
            <ac:graphicFrameMk id="8739849" creationId="{00000000-0000-0000-0000-000000000000}"/>
          </ac:graphicFrameMkLst>
        </pc:graphicFrameChg>
        <pc:graphicFrameChg chg="del">
          <ac:chgData name="Anirudh Citineni" userId="c71035020fdd6d1b" providerId="LiveId" clId="{3D727EC0-9D59-44CA-9F58-AC45ED025156}" dt="2026-09-01T11:09:27.555" v="11" actId="478"/>
          <ac:graphicFrameMkLst>
            <pc:docMk/>
            <pc:sldMk cId="3735324597" sldId="4423"/>
            <ac:graphicFrameMk id="13598727" creationId="{00000000-0000-0000-0000-000000000000}"/>
          </ac:graphicFrameMkLst>
        </pc:graphicFrameChg>
        <pc:graphicFrameChg chg="del">
          <ac:chgData name="Anirudh Citineni" userId="c71035020fdd6d1b" providerId="LiveId" clId="{3D727EC0-9D59-44CA-9F58-AC45ED025156}" dt="2026-09-01T11:09:25.703" v="10" actId="478"/>
          <ac:graphicFrameMkLst>
            <pc:docMk/>
            <pc:sldMk cId="3735324597" sldId="4423"/>
            <ac:graphicFrameMk id="13598728" creationId="{00000000-0000-0000-0000-000000000000}"/>
          </ac:graphicFrameMkLst>
        </pc:graphicFrameChg>
        <pc:graphicFrameChg chg="del">
          <ac:chgData name="Anirudh Citineni" userId="c71035020fdd6d1b" providerId="LiveId" clId="{3D727EC0-9D59-44CA-9F58-AC45ED025156}" dt="2026-09-01T11:09:23.795" v="9" actId="478"/>
          <ac:graphicFrameMkLst>
            <pc:docMk/>
            <pc:sldMk cId="3735324597" sldId="4423"/>
            <ac:graphicFrameMk id="13598729" creationId="{00000000-0000-0000-0000-000000000000}"/>
          </ac:graphicFrameMkLst>
        </pc:graphicFrameChg>
        <pc:graphicFrameChg chg="del">
          <ac:chgData name="Anirudh Citineni" userId="c71035020fdd6d1b" providerId="LiveId" clId="{3D727EC0-9D59-44CA-9F58-AC45ED025156}" dt="2026-09-01T11:09:19.449" v="7" actId="478"/>
          <ac:graphicFrameMkLst>
            <pc:docMk/>
            <pc:sldMk cId="3735324597" sldId="4423"/>
            <ac:graphicFrameMk id="13865992" creationId="{00000000-0000-0000-0000-000000000000}"/>
          </ac:graphicFrameMkLst>
        </pc:graphicFrameChg>
        <pc:graphicFrameChg chg="del">
          <ac:chgData name="Anirudh Citineni" userId="c71035020fdd6d1b" providerId="LiveId" clId="{3D727EC0-9D59-44CA-9F58-AC45ED025156}" dt="2026-09-01T11:09:21.855" v="8" actId="478"/>
          <ac:graphicFrameMkLst>
            <pc:docMk/>
            <pc:sldMk cId="3735324597" sldId="4423"/>
            <ac:graphicFrameMk id="13865994" creationId="{00000000-0000-0000-0000-000000000000}"/>
          </ac:graphicFrameMkLst>
        </pc:graphicFrameChg>
      </pc:sldChg>
      <pc:sldChg chg="addSp delSp modSp mod">
        <pc:chgData name="Anirudh Citineni" userId="c71035020fdd6d1b" providerId="LiveId" clId="{3D727EC0-9D59-44CA-9F58-AC45ED025156}" dt="2026-09-02T07:58:59.870" v="844" actId="20577"/>
        <pc:sldMkLst>
          <pc:docMk/>
          <pc:sldMk cId="2458698008" sldId="4424"/>
        </pc:sldMkLst>
        <pc:spChg chg="add mod">
          <ac:chgData name="Anirudh Citineni" userId="c71035020fdd6d1b" providerId="LiveId" clId="{3D727EC0-9D59-44CA-9F58-AC45ED025156}" dt="2026-09-02T06:35:05.897" v="348" actId="20577"/>
          <ac:spMkLst>
            <pc:docMk/>
            <pc:sldMk cId="2458698008" sldId="4424"/>
            <ac:spMk id="2" creationId="{686442BE-089E-58E9-49A6-1AE4857CD6B7}"/>
          </ac:spMkLst>
        </pc:spChg>
        <pc:spChg chg="add mod">
          <ac:chgData name="Anirudh Citineni" userId="c71035020fdd6d1b" providerId="LiveId" clId="{3D727EC0-9D59-44CA-9F58-AC45ED025156}" dt="2026-09-02T06:35:40.935" v="381" actId="20577"/>
          <ac:spMkLst>
            <pc:docMk/>
            <pc:sldMk cId="2458698008" sldId="4424"/>
            <ac:spMk id="3" creationId="{45C88565-9EE1-332A-DD5A-C3F53B593EA9}"/>
          </ac:spMkLst>
        </pc:spChg>
        <pc:spChg chg="add mod">
          <ac:chgData name="Anirudh Citineni" userId="c71035020fdd6d1b" providerId="LiveId" clId="{3D727EC0-9D59-44CA-9F58-AC45ED025156}" dt="2026-09-02T06:38:28.041" v="413" actId="14100"/>
          <ac:spMkLst>
            <pc:docMk/>
            <pc:sldMk cId="2458698008" sldId="4424"/>
            <ac:spMk id="5" creationId="{81884542-1ED5-5CE1-78EF-19EDA1117310}"/>
          </ac:spMkLst>
        </pc:spChg>
        <pc:spChg chg="mod">
          <ac:chgData name="Anirudh Citineni" userId="c71035020fdd6d1b" providerId="LiveId" clId="{3D727EC0-9D59-44CA-9F58-AC45ED025156}" dt="2026-09-02T07:58:59.870" v="844" actId="20577"/>
          <ac:spMkLst>
            <pc:docMk/>
            <pc:sldMk cId="2458698008" sldId="4424"/>
            <ac:spMk id="12" creationId="{00000000-0000-0000-0000-000000000000}"/>
          </ac:spMkLst>
        </pc:spChg>
        <pc:graphicFrameChg chg="del">
          <ac:chgData name="Anirudh Citineni" userId="c71035020fdd6d1b" providerId="LiveId" clId="{3D727EC0-9D59-44CA-9F58-AC45ED025156}" dt="2026-09-02T06:35:22.379" v="356" actId="478"/>
          <ac:graphicFrameMkLst>
            <pc:docMk/>
            <pc:sldMk cId="2458698008" sldId="4424"/>
            <ac:graphicFrameMk id="441347" creationId="{00000000-0000-0000-0000-000000000000}"/>
          </ac:graphicFrameMkLst>
        </pc:graphicFrameChg>
        <pc:graphicFrameChg chg="del">
          <ac:chgData name="Anirudh Citineni" userId="c71035020fdd6d1b" providerId="LiveId" clId="{3D727EC0-9D59-44CA-9F58-AC45ED025156}" dt="2026-09-02T06:34:01.209" v="331" actId="478"/>
          <ac:graphicFrameMkLst>
            <pc:docMk/>
            <pc:sldMk cId="2458698008" sldId="4424"/>
            <ac:graphicFrameMk id="8884227" creationId="{00000000-0000-0000-0000-000000000000}"/>
          </ac:graphicFrameMkLst>
        </pc:graphicFrameChg>
      </pc:sldChg>
      <pc:sldChg chg="addSp delSp modSp mod">
        <pc:chgData name="Anirudh Citineni" userId="c71035020fdd6d1b" providerId="LiveId" clId="{3D727EC0-9D59-44CA-9F58-AC45ED025156}" dt="2026-09-02T07:59:20.406" v="860" actId="20577"/>
        <pc:sldMkLst>
          <pc:docMk/>
          <pc:sldMk cId="4231719102" sldId="4425"/>
        </pc:sldMkLst>
        <pc:spChg chg="add del">
          <ac:chgData name="Anirudh Citineni" userId="c71035020fdd6d1b" providerId="LiveId" clId="{3D727EC0-9D59-44CA-9F58-AC45ED025156}" dt="2026-09-02T06:35:53.995" v="383" actId="22"/>
          <ac:spMkLst>
            <pc:docMk/>
            <pc:sldMk cId="4231719102" sldId="4425"/>
            <ac:spMk id="3" creationId="{70BB6619-1917-F93F-66D6-F071F7DB42C5}"/>
          </ac:spMkLst>
        </pc:spChg>
        <pc:spChg chg="add">
          <ac:chgData name="Anirudh Citineni" userId="c71035020fdd6d1b" providerId="LiveId" clId="{3D727EC0-9D59-44CA-9F58-AC45ED025156}" dt="2026-09-02T06:35:56.185" v="385" actId="22"/>
          <ac:spMkLst>
            <pc:docMk/>
            <pc:sldMk cId="4231719102" sldId="4425"/>
            <ac:spMk id="5" creationId="{ED96CB77-A31E-C079-2E33-7255A4AF3867}"/>
          </ac:spMkLst>
        </pc:spChg>
        <pc:spChg chg="add mod">
          <ac:chgData name="Anirudh Citineni" userId="c71035020fdd6d1b" providerId="LiveId" clId="{3D727EC0-9D59-44CA-9F58-AC45ED025156}" dt="2026-09-02T06:38:52.826" v="416" actId="14100"/>
          <ac:spMkLst>
            <pc:docMk/>
            <pc:sldMk cId="4231719102" sldId="4425"/>
            <ac:spMk id="7" creationId="{350C71D5-04E5-7285-2FEA-A66BE4D7D830}"/>
          </ac:spMkLst>
        </pc:spChg>
        <pc:spChg chg="add mod">
          <ac:chgData name="Anirudh Citineni" userId="c71035020fdd6d1b" providerId="LiveId" clId="{3D727EC0-9D59-44CA-9F58-AC45ED025156}" dt="2026-09-02T06:44:42.873" v="458" actId="767"/>
          <ac:spMkLst>
            <pc:docMk/>
            <pc:sldMk cId="4231719102" sldId="4425"/>
            <ac:spMk id="9" creationId="{983BDDD8-A9D3-CC2A-EE1D-1B051B8C8A91}"/>
          </ac:spMkLst>
        </pc:spChg>
        <pc:spChg chg="add mod">
          <ac:chgData name="Anirudh Citineni" userId="c71035020fdd6d1b" providerId="LiveId" clId="{3D727EC0-9D59-44CA-9F58-AC45ED025156}" dt="2026-09-02T06:45:01.379" v="475" actId="20577"/>
          <ac:spMkLst>
            <pc:docMk/>
            <pc:sldMk cId="4231719102" sldId="4425"/>
            <ac:spMk id="11" creationId="{78F2AFD9-73BA-CA3F-BFCD-547905AA0E72}"/>
          </ac:spMkLst>
        </pc:spChg>
        <pc:spChg chg="mod">
          <ac:chgData name="Anirudh Citineni" userId="c71035020fdd6d1b" providerId="LiveId" clId="{3D727EC0-9D59-44CA-9F58-AC45ED025156}" dt="2026-09-02T07:59:20.406" v="860" actId="20577"/>
          <ac:spMkLst>
            <pc:docMk/>
            <pc:sldMk cId="4231719102" sldId="4425"/>
            <ac:spMk id="16" creationId="{00000000-0000-0000-0000-000000000000}"/>
          </ac:spMkLst>
        </pc:spChg>
        <pc:graphicFrameChg chg="del">
          <ac:chgData name="Anirudh Citineni" userId="c71035020fdd6d1b" providerId="LiveId" clId="{3D727EC0-9D59-44CA-9F58-AC45ED025156}" dt="2026-09-02T06:35:55.351" v="384" actId="478"/>
          <ac:graphicFrameMkLst>
            <pc:docMk/>
            <pc:sldMk cId="4231719102" sldId="4425"/>
            <ac:graphicFrameMk id="444420" creationId="{00000000-0000-0000-0000-000000000000}"/>
          </ac:graphicFrameMkLst>
        </pc:graphicFrameChg>
        <pc:graphicFrameChg chg="del">
          <ac:chgData name="Anirudh Citineni" userId="c71035020fdd6d1b" providerId="LiveId" clId="{3D727EC0-9D59-44CA-9F58-AC45ED025156}" dt="2026-09-02T06:44:30.035" v="456" actId="478"/>
          <ac:graphicFrameMkLst>
            <pc:docMk/>
            <pc:sldMk cId="4231719102" sldId="4425"/>
            <ac:graphicFrameMk id="8884227" creationId="{00000000-0000-0000-0000-000000000000}"/>
          </ac:graphicFrameMkLst>
        </pc:graphicFrameChg>
      </pc:sldChg>
      <pc:sldChg chg="addSp delSp modSp mod">
        <pc:chgData name="Anirudh Citineni" userId="c71035020fdd6d1b" providerId="LiveId" clId="{3D727EC0-9D59-44CA-9F58-AC45ED025156}" dt="2026-09-02T07:59:35.514" v="876" actId="20577"/>
        <pc:sldMkLst>
          <pc:docMk/>
          <pc:sldMk cId="1131889599" sldId="4426"/>
        </pc:sldMkLst>
        <pc:spChg chg="add">
          <ac:chgData name="Anirudh Citineni" userId="c71035020fdd6d1b" providerId="LiveId" clId="{3D727EC0-9D59-44CA-9F58-AC45ED025156}" dt="2026-09-02T06:36:00.628" v="387" actId="22"/>
          <ac:spMkLst>
            <pc:docMk/>
            <pc:sldMk cId="1131889599" sldId="4426"/>
            <ac:spMk id="3" creationId="{B3087817-5D09-355E-9D54-C70CDFFC1E5A}"/>
          </ac:spMkLst>
        </pc:spChg>
        <pc:spChg chg="add mod">
          <ac:chgData name="Anirudh Citineni" userId="c71035020fdd6d1b" providerId="LiveId" clId="{3D727EC0-9D59-44CA-9F58-AC45ED025156}" dt="2026-09-02T06:39:15.571" v="419" actId="14100"/>
          <ac:spMkLst>
            <pc:docMk/>
            <pc:sldMk cId="1131889599" sldId="4426"/>
            <ac:spMk id="5" creationId="{83D4418B-27CD-9542-AC4B-CC793380AFA2}"/>
          </ac:spMkLst>
        </pc:spChg>
        <pc:spChg chg="add mod">
          <ac:chgData name="Anirudh Citineni" userId="c71035020fdd6d1b" providerId="LiveId" clId="{3D727EC0-9D59-44CA-9F58-AC45ED025156}" dt="2026-09-02T06:45:41.608" v="501" actId="20577"/>
          <ac:spMkLst>
            <pc:docMk/>
            <pc:sldMk cId="1131889599" sldId="4426"/>
            <ac:spMk id="6" creationId="{43FB1C4A-7E32-9EED-1961-7A6C89DFC3E1}"/>
          </ac:spMkLst>
        </pc:spChg>
        <pc:spChg chg="mod">
          <ac:chgData name="Anirudh Citineni" userId="c71035020fdd6d1b" providerId="LiveId" clId="{3D727EC0-9D59-44CA-9F58-AC45ED025156}" dt="2026-09-02T07:59:35.514" v="876" actId="20577"/>
          <ac:spMkLst>
            <pc:docMk/>
            <pc:sldMk cId="1131889599" sldId="4426"/>
            <ac:spMk id="17" creationId="{00000000-0000-0000-0000-000000000000}"/>
          </ac:spMkLst>
        </pc:spChg>
        <pc:graphicFrameChg chg="del">
          <ac:chgData name="Anirudh Citineni" userId="c71035020fdd6d1b" providerId="LiveId" clId="{3D727EC0-9D59-44CA-9F58-AC45ED025156}" dt="2026-09-02T06:35:59.635" v="386" actId="478"/>
          <ac:graphicFrameMkLst>
            <pc:docMk/>
            <pc:sldMk cId="1131889599" sldId="4426"/>
            <ac:graphicFrameMk id="445444" creationId="{00000000-0000-0000-0000-000000000000}"/>
          </ac:graphicFrameMkLst>
        </pc:graphicFrameChg>
        <pc:graphicFrameChg chg="del">
          <ac:chgData name="Anirudh Citineni" userId="c71035020fdd6d1b" providerId="LiveId" clId="{3D727EC0-9D59-44CA-9F58-AC45ED025156}" dt="2026-09-02T06:45:22.616" v="486" actId="478"/>
          <ac:graphicFrameMkLst>
            <pc:docMk/>
            <pc:sldMk cId="1131889599" sldId="4426"/>
            <ac:graphicFrameMk id="8884227" creationId="{00000000-0000-0000-0000-000000000000}"/>
          </ac:graphicFrameMkLst>
        </pc:graphicFrameChg>
      </pc:sldChg>
      <pc:sldChg chg="addSp delSp modSp mod">
        <pc:chgData name="Anirudh Citineni" userId="c71035020fdd6d1b" providerId="LiveId" clId="{3D727EC0-9D59-44CA-9F58-AC45ED025156}" dt="2026-09-02T07:59:50.183" v="899" actId="20577"/>
        <pc:sldMkLst>
          <pc:docMk/>
          <pc:sldMk cId="808872775" sldId="4427"/>
        </pc:sldMkLst>
        <pc:spChg chg="add">
          <ac:chgData name="Anirudh Citineni" userId="c71035020fdd6d1b" providerId="LiveId" clId="{3D727EC0-9D59-44CA-9F58-AC45ED025156}" dt="2026-09-02T06:36:05.346" v="389" actId="22"/>
          <ac:spMkLst>
            <pc:docMk/>
            <pc:sldMk cId="808872775" sldId="4427"/>
            <ac:spMk id="3" creationId="{8487EF65-68DA-43A4-D1CF-75C157D60414}"/>
          </ac:spMkLst>
        </pc:spChg>
        <pc:spChg chg="add mod">
          <ac:chgData name="Anirudh Citineni" userId="c71035020fdd6d1b" providerId="LiveId" clId="{3D727EC0-9D59-44CA-9F58-AC45ED025156}" dt="2026-09-02T06:39:37.037" v="422" actId="1076"/>
          <ac:spMkLst>
            <pc:docMk/>
            <pc:sldMk cId="808872775" sldId="4427"/>
            <ac:spMk id="5" creationId="{8B92A9EB-F20E-7BC0-F0EC-49F2C0720F1A}"/>
          </ac:spMkLst>
        </pc:spChg>
        <pc:spChg chg="add mod">
          <ac:chgData name="Anirudh Citineni" userId="c71035020fdd6d1b" providerId="LiveId" clId="{3D727EC0-9D59-44CA-9F58-AC45ED025156}" dt="2026-09-02T06:46:32.886" v="513" actId="20577"/>
          <ac:spMkLst>
            <pc:docMk/>
            <pc:sldMk cId="808872775" sldId="4427"/>
            <ac:spMk id="7" creationId="{398FF950-2646-5247-D30D-2B204A43976E}"/>
          </ac:spMkLst>
        </pc:spChg>
        <pc:spChg chg="mod">
          <ac:chgData name="Anirudh Citineni" userId="c71035020fdd6d1b" providerId="LiveId" clId="{3D727EC0-9D59-44CA-9F58-AC45ED025156}" dt="2026-09-02T07:59:50.183" v="899" actId="20577"/>
          <ac:spMkLst>
            <pc:docMk/>
            <pc:sldMk cId="808872775" sldId="4427"/>
            <ac:spMk id="17" creationId="{00000000-0000-0000-0000-000000000000}"/>
          </ac:spMkLst>
        </pc:spChg>
        <pc:graphicFrameChg chg="del">
          <ac:chgData name="Anirudh Citineni" userId="c71035020fdd6d1b" providerId="LiveId" clId="{3D727EC0-9D59-44CA-9F58-AC45ED025156}" dt="2026-09-02T06:36:04.404" v="388" actId="478"/>
          <ac:graphicFrameMkLst>
            <pc:docMk/>
            <pc:sldMk cId="808872775" sldId="4427"/>
            <ac:graphicFrameMk id="443396" creationId="{00000000-0000-0000-0000-000000000000}"/>
          </ac:graphicFrameMkLst>
        </pc:graphicFrameChg>
        <pc:graphicFrameChg chg="del">
          <ac:chgData name="Anirudh Citineni" userId="c71035020fdd6d1b" providerId="LiveId" clId="{3D727EC0-9D59-44CA-9F58-AC45ED025156}" dt="2026-09-02T06:45:49.850" v="502" actId="478"/>
          <ac:graphicFrameMkLst>
            <pc:docMk/>
            <pc:sldMk cId="808872775" sldId="4427"/>
            <ac:graphicFrameMk id="8884227" creationId="{00000000-0000-0000-0000-000000000000}"/>
          </ac:graphicFrameMkLst>
        </pc:graphicFrameChg>
      </pc:sldChg>
      <pc:sldChg chg="addSp delSp modSp mod">
        <pc:chgData name="Anirudh Citineni" userId="c71035020fdd6d1b" providerId="LiveId" clId="{3D727EC0-9D59-44CA-9F58-AC45ED025156}" dt="2026-09-02T09:13:12.877" v="1304" actId="20577"/>
        <pc:sldMkLst>
          <pc:docMk/>
          <pc:sldMk cId="3767897385" sldId="4428"/>
        </pc:sldMkLst>
        <pc:spChg chg="add mod">
          <ac:chgData name="Anirudh Citineni" userId="c71035020fdd6d1b" providerId="LiveId" clId="{3D727EC0-9D59-44CA-9F58-AC45ED025156}" dt="2026-09-02T06:36:21.718" v="392" actId="1076"/>
          <ac:spMkLst>
            <pc:docMk/>
            <pc:sldMk cId="3767897385" sldId="4428"/>
            <ac:spMk id="3" creationId="{51C6F310-9D13-D03E-2773-34B8D2E7CD99}"/>
          </ac:spMkLst>
        </pc:spChg>
        <pc:spChg chg="add mod">
          <ac:chgData name="Anirudh Citineni" userId="c71035020fdd6d1b" providerId="LiveId" clId="{3D727EC0-9D59-44CA-9F58-AC45ED025156}" dt="2026-09-02T06:40:02.288" v="426" actId="1076"/>
          <ac:spMkLst>
            <pc:docMk/>
            <pc:sldMk cId="3767897385" sldId="4428"/>
            <ac:spMk id="5" creationId="{D4635399-B93A-CFA9-9E22-3D8D86727F47}"/>
          </ac:spMkLst>
        </pc:spChg>
        <pc:spChg chg="add mod">
          <ac:chgData name="Anirudh Citineni" userId="c71035020fdd6d1b" providerId="LiveId" clId="{3D727EC0-9D59-44CA-9F58-AC45ED025156}" dt="2026-09-02T06:47:39.636" v="539" actId="20577"/>
          <ac:spMkLst>
            <pc:docMk/>
            <pc:sldMk cId="3767897385" sldId="4428"/>
            <ac:spMk id="7" creationId="{B1F8F74C-5CE4-90AD-A852-B4E96BEA7D4E}"/>
          </ac:spMkLst>
        </pc:spChg>
        <pc:spChg chg="mod">
          <ac:chgData name="Anirudh Citineni" userId="c71035020fdd6d1b" providerId="LiveId" clId="{3D727EC0-9D59-44CA-9F58-AC45ED025156}" dt="2026-09-02T09:13:12.877" v="1304" actId="20577"/>
          <ac:spMkLst>
            <pc:docMk/>
            <pc:sldMk cId="3767897385" sldId="4428"/>
            <ac:spMk id="12" creationId="{00000000-0000-0000-0000-000000000000}"/>
          </ac:spMkLst>
        </pc:spChg>
        <pc:graphicFrameChg chg="del">
          <ac:chgData name="Anirudh Citineni" userId="c71035020fdd6d1b" providerId="LiveId" clId="{3D727EC0-9D59-44CA-9F58-AC45ED025156}" dt="2026-09-02T06:36:15.470" v="390" actId="478"/>
          <ac:graphicFrameMkLst>
            <pc:docMk/>
            <pc:sldMk cId="3767897385" sldId="4428"/>
            <ac:graphicFrameMk id="989188" creationId="{00000000-0000-0000-0000-000000000000}"/>
          </ac:graphicFrameMkLst>
        </pc:graphicFrameChg>
        <pc:graphicFrameChg chg="del">
          <ac:chgData name="Anirudh Citineni" userId="c71035020fdd6d1b" providerId="LiveId" clId="{3D727EC0-9D59-44CA-9F58-AC45ED025156}" dt="2026-09-02T06:47:16.180" v="526" actId="478"/>
          <ac:graphicFrameMkLst>
            <pc:docMk/>
            <pc:sldMk cId="3767897385" sldId="4428"/>
            <ac:graphicFrameMk id="8884227" creationId="{00000000-0000-0000-0000-000000000000}"/>
          </ac:graphicFrameMkLst>
        </pc:graphicFrameChg>
      </pc:sldChg>
      <pc:sldChg chg="del">
        <pc:chgData name="Anirudh Citineni" userId="c71035020fdd6d1b" providerId="LiveId" clId="{3D727EC0-9D59-44CA-9F58-AC45ED025156}" dt="2026-09-02T06:23:00.065" v="330" actId="47"/>
        <pc:sldMkLst>
          <pc:docMk/>
          <pc:sldMk cId="1679647435" sldId="4429"/>
        </pc:sldMkLst>
      </pc:sldChg>
      <pc:sldChg chg="del">
        <pc:chgData name="Anirudh Citineni" userId="c71035020fdd6d1b" providerId="LiveId" clId="{3D727EC0-9D59-44CA-9F58-AC45ED025156}" dt="2026-09-02T06:22:56.338" v="329" actId="47"/>
        <pc:sldMkLst>
          <pc:docMk/>
          <pc:sldMk cId="1280303411" sldId="4430"/>
        </pc:sldMkLst>
      </pc:sldChg>
      <pc:sldChg chg="addSp delSp modSp mod">
        <pc:chgData name="Anirudh Citineni" userId="c71035020fdd6d1b" providerId="LiveId" clId="{3D727EC0-9D59-44CA-9F58-AC45ED025156}" dt="2026-09-02T09:16:03.989" v="1412" actId="20577"/>
        <pc:sldMkLst>
          <pc:docMk/>
          <pc:sldMk cId="656906920" sldId="4431"/>
        </pc:sldMkLst>
        <pc:spChg chg="mod">
          <ac:chgData name="Anirudh Citineni" userId="c71035020fdd6d1b" providerId="LiveId" clId="{3D727EC0-9D59-44CA-9F58-AC45ED025156}" dt="2026-09-02T09:16:03.989" v="1412" actId="20577"/>
          <ac:spMkLst>
            <pc:docMk/>
            <pc:sldMk cId="656906920" sldId="4431"/>
            <ac:spMk id="3" creationId="{00000000-0000-0000-0000-000000000000}"/>
          </ac:spMkLst>
        </pc:spChg>
        <pc:spChg chg="add">
          <ac:chgData name="Anirudh Citineni" userId="c71035020fdd6d1b" providerId="LiveId" clId="{3D727EC0-9D59-44CA-9F58-AC45ED025156}" dt="2026-09-02T06:36:26.375" v="394" actId="22"/>
          <ac:spMkLst>
            <pc:docMk/>
            <pc:sldMk cId="656906920" sldId="4431"/>
            <ac:spMk id="5" creationId="{B805C42B-9FB7-D7E5-7D67-4D40CCF77911}"/>
          </ac:spMkLst>
        </pc:spChg>
        <pc:spChg chg="add del mod">
          <ac:chgData name="Anirudh Citineni" userId="c71035020fdd6d1b" providerId="LiveId" clId="{3D727EC0-9D59-44CA-9F58-AC45ED025156}" dt="2026-09-02T06:43:25.197" v="446" actId="21"/>
          <ac:spMkLst>
            <pc:docMk/>
            <pc:sldMk cId="656906920" sldId="4431"/>
            <ac:spMk id="7" creationId="{2E03FE69-F85A-D8B2-E9CB-9ACC783F1EDF}"/>
          </ac:spMkLst>
        </pc:spChg>
        <pc:spChg chg="add mod">
          <ac:chgData name="Anirudh Citineni" userId="c71035020fdd6d1b" providerId="LiveId" clId="{3D727EC0-9D59-44CA-9F58-AC45ED025156}" dt="2026-09-02T06:43:52.318" v="450" actId="1076"/>
          <ac:spMkLst>
            <pc:docMk/>
            <pc:sldMk cId="656906920" sldId="4431"/>
            <ac:spMk id="11" creationId="{257943D6-2DF9-4EF8-93CB-5557673545C3}"/>
          </ac:spMkLst>
        </pc:spChg>
        <pc:spChg chg="add mod">
          <ac:chgData name="Anirudh Citineni" userId="c71035020fdd6d1b" providerId="LiveId" clId="{3D727EC0-9D59-44CA-9F58-AC45ED025156}" dt="2026-09-02T06:48:21.277" v="546" actId="20577"/>
          <ac:spMkLst>
            <pc:docMk/>
            <pc:sldMk cId="656906920" sldId="4431"/>
            <ac:spMk id="13" creationId="{3D7DA7D7-8B3B-CB2D-AFA4-FF047532E1A2}"/>
          </ac:spMkLst>
        </pc:spChg>
        <pc:graphicFrameChg chg="del">
          <ac:chgData name="Anirudh Citineni" userId="c71035020fdd6d1b" providerId="LiveId" clId="{3D727EC0-9D59-44CA-9F58-AC45ED025156}" dt="2026-09-02T06:36:25.521" v="393" actId="478"/>
          <ac:graphicFrameMkLst>
            <pc:docMk/>
            <pc:sldMk cId="656906920" sldId="4431"/>
            <ac:graphicFrameMk id="2" creationId="{00000000-0000-0000-0000-000000000000}"/>
          </ac:graphicFrameMkLst>
        </pc:graphicFrameChg>
        <pc:graphicFrameChg chg="del">
          <ac:chgData name="Anirudh Citineni" userId="c71035020fdd6d1b" providerId="LiveId" clId="{3D727EC0-9D59-44CA-9F58-AC45ED025156}" dt="2026-09-02T06:48:06.116" v="540" actId="478"/>
          <ac:graphicFrameMkLst>
            <pc:docMk/>
            <pc:sldMk cId="656906920" sldId="4431"/>
            <ac:graphicFrameMk id="8884227" creationId="{00000000-0000-0000-0000-000000000000}"/>
          </ac:graphicFrameMkLst>
        </pc:graphicFrameChg>
      </pc:sldChg>
      <pc:sldChg chg="addSp delSp modSp mod">
        <pc:chgData name="Anirudh Citineni" userId="c71035020fdd6d1b" providerId="LiveId" clId="{3D727EC0-9D59-44CA-9F58-AC45ED025156}" dt="2026-09-02T09:21:40.636" v="1733" actId="20577"/>
        <pc:sldMkLst>
          <pc:docMk/>
          <pc:sldMk cId="743816228" sldId="4432"/>
        </pc:sldMkLst>
        <pc:spChg chg="add">
          <ac:chgData name="Anirudh Citineni" userId="c71035020fdd6d1b" providerId="LiveId" clId="{3D727EC0-9D59-44CA-9F58-AC45ED025156}" dt="2026-09-02T06:36:32.914" v="396" actId="22"/>
          <ac:spMkLst>
            <pc:docMk/>
            <pc:sldMk cId="743816228" sldId="4432"/>
            <ac:spMk id="3" creationId="{0A81338F-CFC0-EA6E-7762-6FAA17B866D5}"/>
          </ac:spMkLst>
        </pc:spChg>
        <pc:spChg chg="add del mod">
          <ac:chgData name="Anirudh Citineni" userId="c71035020fdd6d1b" providerId="LiveId" clId="{3D727EC0-9D59-44CA-9F58-AC45ED025156}" dt="2026-09-02T06:42:22.494" v="439" actId="21"/>
          <ac:spMkLst>
            <pc:docMk/>
            <pc:sldMk cId="743816228" sldId="4432"/>
            <ac:spMk id="5" creationId="{7F1C6E6E-855F-354C-21F6-4C8D479B7563}"/>
          </ac:spMkLst>
        </pc:spChg>
        <pc:spChg chg="add del mod">
          <ac:chgData name="Anirudh Citineni" userId="c71035020fdd6d1b" providerId="LiveId" clId="{3D727EC0-9D59-44CA-9F58-AC45ED025156}" dt="2026-09-02T06:43:22.065" v="445" actId="478"/>
          <ac:spMkLst>
            <pc:docMk/>
            <pc:sldMk cId="743816228" sldId="4432"/>
            <ac:spMk id="7" creationId="{AB03C6BA-82D3-CCC1-861B-DA024A971D10}"/>
          </ac:spMkLst>
        </pc:spChg>
        <pc:spChg chg="add">
          <ac:chgData name="Anirudh Citineni" userId="c71035020fdd6d1b" providerId="LiveId" clId="{3D727EC0-9D59-44CA-9F58-AC45ED025156}" dt="2026-09-02T06:43:28.641" v="447" actId="22"/>
          <ac:spMkLst>
            <pc:docMk/>
            <pc:sldMk cId="743816228" sldId="4432"/>
            <ac:spMk id="11" creationId="{7DD9226F-CF9A-63CA-CA06-C4D97CCDDA07}"/>
          </ac:spMkLst>
        </pc:spChg>
        <pc:spChg chg="add del">
          <ac:chgData name="Anirudh Citineni" userId="c71035020fdd6d1b" providerId="LiveId" clId="{3D727EC0-9D59-44CA-9F58-AC45ED025156}" dt="2026-09-02T07:53:25.687" v="582" actId="22"/>
          <ac:spMkLst>
            <pc:docMk/>
            <pc:sldMk cId="743816228" sldId="4432"/>
            <ac:spMk id="13" creationId="{550B84D5-4917-1800-7B76-7C3989E86D71}"/>
          </ac:spMkLst>
        </pc:spChg>
        <pc:spChg chg="mod">
          <ac:chgData name="Anirudh Citineni" userId="c71035020fdd6d1b" providerId="LiveId" clId="{3D727EC0-9D59-44CA-9F58-AC45ED025156}" dt="2026-09-02T09:21:40.636" v="1733" actId="20577"/>
          <ac:spMkLst>
            <pc:docMk/>
            <pc:sldMk cId="743816228" sldId="4432"/>
            <ac:spMk id="16" creationId="{00000000-0000-0000-0000-000000000000}"/>
          </ac:spMkLst>
        </pc:spChg>
        <pc:spChg chg="add del mod">
          <ac:chgData name="Anirudh Citineni" userId="c71035020fdd6d1b" providerId="LiveId" clId="{3D727EC0-9D59-44CA-9F58-AC45ED025156}" dt="2026-09-02T07:55:33.014" v="622" actId="20577"/>
          <ac:spMkLst>
            <pc:docMk/>
            <pc:sldMk cId="743816228" sldId="4432"/>
            <ac:spMk id="17" creationId="{D439951B-CCA3-6836-01C2-4B8CBD993A84}"/>
          </ac:spMkLst>
        </pc:spChg>
        <pc:graphicFrameChg chg="del">
          <ac:chgData name="Anirudh Citineni" userId="c71035020fdd6d1b" providerId="LiveId" clId="{3D727EC0-9D59-44CA-9F58-AC45ED025156}" dt="2026-09-02T06:36:31.913" v="395" actId="478"/>
          <ac:graphicFrameMkLst>
            <pc:docMk/>
            <pc:sldMk cId="743816228" sldId="4432"/>
            <ac:graphicFrameMk id="448516" creationId="{00000000-0000-0000-0000-000000000000}"/>
          </ac:graphicFrameMkLst>
        </pc:graphicFrameChg>
        <pc:graphicFrameChg chg="del">
          <ac:chgData name="Anirudh Citineni" userId="c71035020fdd6d1b" providerId="LiveId" clId="{3D727EC0-9D59-44CA-9F58-AC45ED025156}" dt="2026-09-02T07:53:21.769" v="580" actId="478"/>
          <ac:graphicFrameMkLst>
            <pc:docMk/>
            <pc:sldMk cId="743816228" sldId="4432"/>
            <ac:graphicFrameMk id="8884227" creationId="{00000000-0000-0000-0000-000000000000}"/>
          </ac:graphicFrameMkLst>
        </pc:graphicFrameChg>
      </pc:sldChg>
      <pc:sldChg chg="addSp delSp modSp mod">
        <pc:chgData name="Anirudh Citineni" userId="c71035020fdd6d1b" providerId="LiveId" clId="{3D727EC0-9D59-44CA-9F58-AC45ED025156}" dt="2026-09-02T09:32:02.269" v="2241" actId="20577"/>
        <pc:sldMkLst>
          <pc:docMk/>
          <pc:sldMk cId="418124762" sldId="4433"/>
        </pc:sldMkLst>
        <pc:spChg chg="add">
          <ac:chgData name="Anirudh Citineni" userId="c71035020fdd6d1b" providerId="LiveId" clId="{3D727EC0-9D59-44CA-9F58-AC45ED025156}" dt="2026-09-02T06:36:40.198" v="398" actId="22"/>
          <ac:spMkLst>
            <pc:docMk/>
            <pc:sldMk cId="418124762" sldId="4433"/>
            <ac:spMk id="3" creationId="{1BB75FEF-95D0-3BBB-5C9F-1DEF297AA20E}"/>
          </ac:spMkLst>
        </pc:spChg>
        <pc:spChg chg="add del mod">
          <ac:chgData name="Anirudh Citineni" userId="c71035020fdd6d1b" providerId="LiveId" clId="{3D727EC0-9D59-44CA-9F58-AC45ED025156}" dt="2026-09-02T06:43:12.100" v="444" actId="478"/>
          <ac:spMkLst>
            <pc:docMk/>
            <pc:sldMk cId="418124762" sldId="4433"/>
            <ac:spMk id="5" creationId="{B5B3314C-C3E6-B34D-BF97-0A4D40100A69}"/>
          </ac:spMkLst>
        </pc:spChg>
        <pc:spChg chg="add">
          <ac:chgData name="Anirudh Citineni" userId="c71035020fdd6d1b" providerId="LiveId" clId="{3D727EC0-9D59-44CA-9F58-AC45ED025156}" dt="2026-09-02T06:43:36.450" v="448" actId="22"/>
          <ac:spMkLst>
            <pc:docMk/>
            <pc:sldMk cId="418124762" sldId="4433"/>
            <ac:spMk id="7" creationId="{04BEFC06-740C-D11A-369E-90E12AFF7608}"/>
          </ac:spMkLst>
        </pc:spChg>
        <pc:spChg chg="add mod">
          <ac:chgData name="Anirudh Citineni" userId="c71035020fdd6d1b" providerId="LiveId" clId="{3D727EC0-9D59-44CA-9F58-AC45ED025156}" dt="2026-09-02T07:55:19.507" v="617" actId="20577"/>
          <ac:spMkLst>
            <pc:docMk/>
            <pc:sldMk cId="418124762" sldId="4433"/>
            <ac:spMk id="11" creationId="{1E2F6051-4B34-0B6E-1C84-FD48CAA491ED}"/>
          </ac:spMkLst>
        </pc:spChg>
        <pc:spChg chg="mod">
          <ac:chgData name="Anirudh Citineni" userId="c71035020fdd6d1b" providerId="LiveId" clId="{3D727EC0-9D59-44CA-9F58-AC45ED025156}" dt="2026-09-02T09:32:02.269" v="2241" actId="20577"/>
          <ac:spMkLst>
            <pc:docMk/>
            <pc:sldMk cId="418124762" sldId="4433"/>
            <ac:spMk id="16" creationId="{00000000-0000-0000-0000-000000000000}"/>
          </ac:spMkLst>
        </pc:spChg>
        <pc:graphicFrameChg chg="del">
          <ac:chgData name="Anirudh Citineni" userId="c71035020fdd6d1b" providerId="LiveId" clId="{3D727EC0-9D59-44CA-9F58-AC45ED025156}" dt="2026-09-02T06:36:37.819" v="397" actId="478"/>
          <ac:graphicFrameMkLst>
            <pc:docMk/>
            <pc:sldMk cId="418124762" sldId="4433"/>
            <ac:graphicFrameMk id="448516" creationId="{00000000-0000-0000-0000-000000000000}"/>
          </ac:graphicFrameMkLst>
        </pc:graphicFrameChg>
        <pc:graphicFrameChg chg="del">
          <ac:chgData name="Anirudh Citineni" userId="c71035020fdd6d1b" providerId="LiveId" clId="{3D727EC0-9D59-44CA-9F58-AC45ED025156}" dt="2026-09-02T07:54:23.601" v="604" actId="478"/>
          <ac:graphicFrameMkLst>
            <pc:docMk/>
            <pc:sldMk cId="418124762" sldId="4433"/>
            <ac:graphicFrameMk id="8884227" creationId="{00000000-0000-0000-0000-000000000000}"/>
          </ac:graphicFrameMkLst>
        </pc:graphicFrameChg>
      </pc:sldChg>
      <pc:sldChg chg="modSp add del mod">
        <pc:chgData name="Anirudh Citineni" userId="c71035020fdd6d1b" providerId="LiveId" clId="{3D727EC0-9D59-44CA-9F58-AC45ED025156}" dt="2026-09-02T06:20:29.569" v="326" actId="47"/>
        <pc:sldMkLst>
          <pc:docMk/>
          <pc:sldMk cId="3207933663" sldId="4434"/>
        </pc:sldMkLst>
        <pc:graphicFrameChg chg="mod">
          <ac:chgData name="Anirudh Citineni" userId="c71035020fdd6d1b" providerId="LiveId" clId="{3D727EC0-9D59-44CA-9F58-AC45ED025156}" dt="2026-09-02T06:20:18.473" v="324" actId="1076"/>
          <ac:graphicFrameMkLst>
            <pc:docMk/>
            <pc:sldMk cId="3207933663" sldId="4434"/>
            <ac:graphicFrameMk id="8884227" creationId="{00000000-0000-0000-0000-000000000000}"/>
          </ac:graphicFrameMkLst>
        </pc:graphicFrameChg>
      </pc:sldChg>
      <pc:sldChg chg="del">
        <pc:chgData name="Anirudh Citineni" userId="c71035020fdd6d1b" providerId="LiveId" clId="{3D727EC0-9D59-44CA-9F58-AC45ED025156}" dt="2026-09-02T06:12:10.602" v="221" actId="47"/>
        <pc:sldMkLst>
          <pc:docMk/>
          <pc:sldMk cId="2687720081" sldId="4435"/>
        </pc:sldMkLst>
      </pc:sldChg>
      <pc:sldChg chg="del">
        <pc:chgData name="Anirudh Citineni" userId="c71035020fdd6d1b" providerId="LiveId" clId="{3D727EC0-9D59-44CA-9F58-AC45ED025156}" dt="2026-09-02T06:12:12.195" v="222" actId="47"/>
        <pc:sldMkLst>
          <pc:docMk/>
          <pc:sldMk cId="2612098457" sldId="4436"/>
        </pc:sldMkLst>
      </pc:sldChg>
      <pc:sldChg chg="del">
        <pc:chgData name="Anirudh Citineni" userId="c71035020fdd6d1b" providerId="LiveId" clId="{3D727EC0-9D59-44CA-9F58-AC45ED025156}" dt="2026-09-02T06:12:13.837" v="223" actId="47"/>
        <pc:sldMkLst>
          <pc:docMk/>
          <pc:sldMk cId="3124700388" sldId="4437"/>
        </pc:sldMkLst>
      </pc:sldChg>
      <pc:sldChg chg="del">
        <pc:chgData name="Anirudh Citineni" userId="c71035020fdd6d1b" providerId="LiveId" clId="{3D727EC0-9D59-44CA-9F58-AC45ED025156}" dt="2026-09-02T06:12:14.504" v="224" actId="47"/>
        <pc:sldMkLst>
          <pc:docMk/>
          <pc:sldMk cId="3006083324" sldId="4438"/>
        </pc:sldMkLst>
      </pc:sldChg>
      <pc:sldChg chg="del">
        <pc:chgData name="Anirudh Citineni" userId="c71035020fdd6d1b" providerId="LiveId" clId="{3D727EC0-9D59-44CA-9F58-AC45ED025156}" dt="2026-09-02T06:12:15.047" v="225" actId="47"/>
        <pc:sldMkLst>
          <pc:docMk/>
          <pc:sldMk cId="2161729799" sldId="4439"/>
        </pc:sldMkLst>
      </pc:sldChg>
      <pc:sldChg chg="del">
        <pc:chgData name="Anirudh Citineni" userId="c71035020fdd6d1b" providerId="LiveId" clId="{3D727EC0-9D59-44CA-9F58-AC45ED025156}" dt="2026-09-02T06:18:55.490" v="254" actId="47"/>
        <pc:sldMkLst>
          <pc:docMk/>
          <pc:sldMk cId="896451101" sldId="4440"/>
        </pc:sldMkLst>
      </pc:sldChg>
      <pc:sldChg chg="del">
        <pc:chgData name="Anirudh Citineni" userId="c71035020fdd6d1b" providerId="LiveId" clId="{3D727EC0-9D59-44CA-9F58-AC45ED025156}" dt="2026-09-02T06:18:56.572" v="255" actId="47"/>
        <pc:sldMkLst>
          <pc:docMk/>
          <pc:sldMk cId="3840421853" sldId="444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6888" cy="463550"/>
          </a:xfrm>
          <a:prstGeom prst="rect">
            <a:avLst/>
          </a:prstGeom>
        </p:spPr>
        <p:txBody>
          <a:bodyPr vert="horz" lIns="90035" tIns="45018" rIns="90035" bIns="45018" rtlCol="0"/>
          <a:lstStyle>
            <a:lvl1pPr algn="l" fontAlgn="auto">
              <a:spcBef>
                <a:spcPts val="0"/>
              </a:spcBef>
              <a:spcAft>
                <a:spcPts val="0"/>
              </a:spcAft>
              <a:defRPr sz="1100">
                <a:latin typeface="+mn-lt"/>
                <a:cs typeface="+mn-cs"/>
              </a:defRPr>
            </a:lvl1pPr>
          </a:lstStyle>
          <a:p>
            <a:pPr>
              <a:defRPr/>
            </a:pPr>
            <a:endParaRPr lang="en-US" dirty="0"/>
          </a:p>
        </p:txBody>
      </p:sp>
      <p:sp>
        <p:nvSpPr>
          <p:cNvPr id="3" name="Date Placeholder 2"/>
          <p:cNvSpPr>
            <a:spLocks noGrp="1"/>
          </p:cNvSpPr>
          <p:nvPr>
            <p:ph type="dt" sz="quarter" idx="1"/>
          </p:nvPr>
        </p:nvSpPr>
        <p:spPr>
          <a:xfrm>
            <a:off x="3971925" y="0"/>
            <a:ext cx="3036888" cy="463550"/>
          </a:xfrm>
          <a:prstGeom prst="rect">
            <a:avLst/>
          </a:prstGeom>
        </p:spPr>
        <p:txBody>
          <a:bodyPr vert="horz" lIns="90035" tIns="45018" rIns="90035" bIns="45018" rtlCol="0"/>
          <a:lstStyle>
            <a:lvl1pPr algn="r" fontAlgn="auto">
              <a:spcBef>
                <a:spcPts val="0"/>
              </a:spcBef>
              <a:spcAft>
                <a:spcPts val="0"/>
              </a:spcAft>
              <a:defRPr sz="1100">
                <a:latin typeface="+mn-lt"/>
                <a:cs typeface="+mn-cs"/>
              </a:defRPr>
            </a:lvl1pPr>
          </a:lstStyle>
          <a:p>
            <a:pPr>
              <a:defRPr/>
            </a:pPr>
            <a:fld id="{3DBF52F6-A7BE-4F5E-A672-8B274FB7BC37}" type="datetimeFigureOut">
              <a:rPr lang="en-US"/>
              <a:pPr>
                <a:defRPr/>
              </a:pPr>
              <a:t>9/2/2026</a:t>
            </a:fld>
            <a:endParaRPr lang="en-US" dirty="0"/>
          </a:p>
        </p:txBody>
      </p:sp>
      <p:sp>
        <p:nvSpPr>
          <p:cNvPr id="4" name="Footer Placeholder 3"/>
          <p:cNvSpPr>
            <a:spLocks noGrp="1"/>
          </p:cNvSpPr>
          <p:nvPr>
            <p:ph type="ftr" sz="quarter" idx="2"/>
          </p:nvPr>
        </p:nvSpPr>
        <p:spPr>
          <a:xfrm>
            <a:off x="0" y="8829675"/>
            <a:ext cx="3036888" cy="465138"/>
          </a:xfrm>
          <a:prstGeom prst="rect">
            <a:avLst/>
          </a:prstGeom>
        </p:spPr>
        <p:txBody>
          <a:bodyPr vert="horz" lIns="90035" tIns="45018" rIns="90035" bIns="45018" rtlCol="0" anchor="b"/>
          <a:lstStyle>
            <a:lvl1pPr algn="l" fontAlgn="auto">
              <a:spcBef>
                <a:spcPts val="0"/>
              </a:spcBef>
              <a:spcAft>
                <a:spcPts val="0"/>
              </a:spcAft>
              <a:defRPr sz="1100">
                <a:latin typeface="+mn-lt"/>
                <a:cs typeface="+mn-cs"/>
              </a:defRPr>
            </a:lvl1pPr>
          </a:lstStyle>
          <a:p>
            <a:pPr>
              <a:defRPr/>
            </a:pPr>
            <a:endParaRPr lang="en-US" dirty="0"/>
          </a:p>
        </p:txBody>
      </p:sp>
      <p:sp>
        <p:nvSpPr>
          <p:cNvPr id="5" name="Slide Number Placeholder 4"/>
          <p:cNvSpPr>
            <a:spLocks noGrp="1"/>
          </p:cNvSpPr>
          <p:nvPr>
            <p:ph type="sldNum" sz="quarter" idx="3"/>
          </p:nvPr>
        </p:nvSpPr>
        <p:spPr>
          <a:xfrm>
            <a:off x="3971925" y="8829675"/>
            <a:ext cx="3036888" cy="465138"/>
          </a:xfrm>
          <a:prstGeom prst="rect">
            <a:avLst/>
          </a:prstGeom>
        </p:spPr>
        <p:txBody>
          <a:bodyPr vert="horz" lIns="90035" tIns="45018" rIns="90035" bIns="45018" rtlCol="0" anchor="b"/>
          <a:lstStyle>
            <a:lvl1pPr algn="r" fontAlgn="auto">
              <a:spcBef>
                <a:spcPts val="0"/>
              </a:spcBef>
              <a:spcAft>
                <a:spcPts val="0"/>
              </a:spcAft>
              <a:defRPr sz="1100">
                <a:latin typeface="+mn-lt"/>
                <a:cs typeface="+mn-cs"/>
              </a:defRPr>
            </a:lvl1pPr>
          </a:lstStyle>
          <a:p>
            <a:pPr>
              <a:defRPr/>
            </a:pPr>
            <a:fld id="{1778158C-CB5E-4027-8415-CD16F7A8AB87}"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0035" tIns="45018" rIns="90035" bIns="45018" rtlCol="0" anchor="ctr"/>
          <a:lstStyle/>
          <a:p>
            <a:pPr lvl="0"/>
            <a:endParaRPr lang="en-US" noProof="0" dirty="0"/>
          </a:p>
        </p:txBody>
      </p:sp>
      <p:sp>
        <p:nvSpPr>
          <p:cNvPr id="7" name="Slide Number Placeholder 6"/>
          <p:cNvSpPr>
            <a:spLocks noGrp="1"/>
          </p:cNvSpPr>
          <p:nvPr>
            <p:ph type="sldNum" sz="quarter" idx="5"/>
          </p:nvPr>
        </p:nvSpPr>
        <p:spPr>
          <a:xfrm>
            <a:off x="3971925" y="8831263"/>
            <a:ext cx="3036888" cy="463550"/>
          </a:xfrm>
          <a:prstGeom prst="rect">
            <a:avLst/>
          </a:prstGeom>
        </p:spPr>
        <p:txBody>
          <a:bodyPr vert="horz" lIns="90035" tIns="45018" rIns="90035" bIns="45018" rtlCol="0" anchor="b"/>
          <a:lstStyle>
            <a:lvl1pPr algn="r" fontAlgn="auto">
              <a:spcBef>
                <a:spcPts val="0"/>
              </a:spcBef>
              <a:spcAft>
                <a:spcPts val="0"/>
              </a:spcAft>
              <a:defRPr sz="1100">
                <a:latin typeface="+mn-lt"/>
                <a:cs typeface="+mn-cs"/>
              </a:defRPr>
            </a:lvl1pPr>
          </a:lstStyle>
          <a:p>
            <a:pPr>
              <a:defRPr/>
            </a:pPr>
            <a:fld id="{D9B65686-6FA4-480E-A8D3-E0D55F9DD11C}" type="slidenum">
              <a:rPr lang="en-US"/>
              <a:pPr>
                <a:defRPr/>
              </a:pPr>
              <a:t>‹#›</a:t>
            </a:fld>
            <a:endParaRPr lang="en-US"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xfrm>
            <a:off x="700089" y="4413250"/>
            <a:ext cx="5610225" cy="4186238"/>
          </a:xfrm>
          <a:prstGeom prst="rect">
            <a:avLst/>
          </a:prstGeom>
          <a:noFill/>
          <a:ln>
            <a:miter lim="800000"/>
            <a:headEnd/>
            <a:tailEnd/>
          </a:ln>
        </p:spPr>
        <p:txBody>
          <a:bodyPr lIns="85176" tIns="42588" rIns="85176" bIns="42588"/>
          <a:lstStyle/>
          <a:p>
            <a:endParaRPr lang="en-US" dirty="0"/>
          </a:p>
        </p:txBody>
      </p:sp>
      <p:sp>
        <p:nvSpPr>
          <p:cNvPr id="4" name="Slide Number Placeholder 3"/>
          <p:cNvSpPr>
            <a:spLocks noGrp="1"/>
          </p:cNvSpPr>
          <p:nvPr>
            <p:ph type="sldNum" sz="quarter" idx="5"/>
          </p:nvPr>
        </p:nvSpPr>
        <p:spPr/>
        <p:txBody>
          <a:bodyPr/>
          <a:lstStyle/>
          <a:p>
            <a:pPr>
              <a:defRPr/>
            </a:pPr>
            <a:fld id="{57B69773-F874-4E9E-9A83-FFF00AEE081F}"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1700" y="739775"/>
            <a:ext cx="4932363" cy="3700463"/>
          </a:xfrm>
        </p:spPr>
      </p:sp>
      <p:sp>
        <p:nvSpPr>
          <p:cNvPr id="3" name="Notes Placeholder 2"/>
          <p:cNvSpPr>
            <a:spLocks noGrp="1"/>
          </p:cNvSpPr>
          <p:nvPr>
            <p:ph type="body" idx="1"/>
          </p:nvPr>
        </p:nvSpPr>
        <p:spPr>
          <a:xfrm>
            <a:off x="674187" y="4687173"/>
            <a:ext cx="5387390" cy="4439504"/>
          </a:xfrm>
          <a:prstGeom prst="rect">
            <a:avLst/>
          </a:prstGeom>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9B65686-6FA4-480E-A8D3-E0D55F9DD11C}" type="slidenum">
              <a:rPr lang="en-US" smtClean="0"/>
              <a:pPr>
                <a:defRPr/>
              </a:pPr>
              <a:t>2</a:t>
            </a:fld>
            <a:endParaRPr lang="en-US" dirty="0"/>
          </a:p>
        </p:txBody>
      </p:sp>
    </p:spTree>
    <p:extLst>
      <p:ext uri="{BB962C8B-B14F-4D97-AF65-F5344CB8AC3E}">
        <p14:creationId xmlns:p14="http://schemas.microsoft.com/office/powerpoint/2010/main" val="94889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C0D1114-24A0-4BCB-B81C-FFFF57F872CF}"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1F460300-A1E3-41D3-9EDC-42AC16C6B864}"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3B99006-8F9C-4E1C-88BD-A4D038E16CA3}"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CEDFE61B-15E9-476A-8984-C2759B8501BB}"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AB51E5B-16A3-4EF4-82AA-4E54268E5979}"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1A4469FC-C77F-4861-B7ED-6EADD9991B83}"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032077A-39BC-4181-B4D1-E583FD52E81B}" type="datetime4">
              <a:rPr lang="en-US" smtClean="0"/>
              <a:pPr>
                <a:defRPr/>
              </a:pPr>
              <a:t>September 2, 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Confidential</a:t>
            </a:r>
          </a:p>
        </p:txBody>
      </p:sp>
      <p:sp>
        <p:nvSpPr>
          <p:cNvPr id="7" name="Slide Number Placeholder 5"/>
          <p:cNvSpPr>
            <a:spLocks noGrp="1"/>
          </p:cNvSpPr>
          <p:nvPr>
            <p:ph type="sldNum" sz="quarter" idx="12"/>
          </p:nvPr>
        </p:nvSpPr>
        <p:spPr/>
        <p:txBody>
          <a:bodyPr/>
          <a:lstStyle>
            <a:lvl1pPr>
              <a:defRPr/>
            </a:lvl1pPr>
          </a:lstStyle>
          <a:p>
            <a:pPr>
              <a:defRPr/>
            </a:pPr>
            <a:fld id="{EF78E107-AA17-4B7D-A040-E3E9FF4FB6AB}"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C97BEEBE-BFF7-4FDF-9766-9C4A9B1561F3}" type="datetime4">
              <a:rPr lang="en-US" smtClean="0"/>
              <a:pPr>
                <a:defRPr/>
              </a:pPr>
              <a:t>September 2, 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Confidential</a:t>
            </a:r>
          </a:p>
        </p:txBody>
      </p:sp>
      <p:sp>
        <p:nvSpPr>
          <p:cNvPr id="9" name="Slide Number Placeholder 5"/>
          <p:cNvSpPr>
            <a:spLocks noGrp="1"/>
          </p:cNvSpPr>
          <p:nvPr>
            <p:ph type="sldNum" sz="quarter" idx="12"/>
          </p:nvPr>
        </p:nvSpPr>
        <p:spPr/>
        <p:txBody>
          <a:bodyPr/>
          <a:lstStyle>
            <a:lvl1pPr>
              <a:defRPr/>
            </a:lvl1pPr>
          </a:lstStyle>
          <a:p>
            <a:pPr>
              <a:defRPr/>
            </a:pPr>
            <a:fld id="{216949EA-30EE-4E6A-B91A-967A2407EA77}"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617EE88-96FA-4BD8-97BE-6CCD3ED5B2D5}" type="datetime4">
              <a:rPr lang="en-US" smtClean="0"/>
              <a:pPr>
                <a:defRPr/>
              </a:pPr>
              <a:t>September 2, 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Confidential</a:t>
            </a:r>
          </a:p>
        </p:txBody>
      </p:sp>
      <p:sp>
        <p:nvSpPr>
          <p:cNvPr id="5" name="Slide Number Placeholder 5"/>
          <p:cNvSpPr>
            <a:spLocks noGrp="1"/>
          </p:cNvSpPr>
          <p:nvPr>
            <p:ph type="sldNum" sz="quarter" idx="12"/>
          </p:nvPr>
        </p:nvSpPr>
        <p:spPr/>
        <p:txBody>
          <a:bodyPr/>
          <a:lstStyle>
            <a:lvl1pPr>
              <a:defRPr/>
            </a:lvl1pPr>
          </a:lstStyle>
          <a:p>
            <a:pPr>
              <a:defRPr/>
            </a:pPr>
            <a:fld id="{BDC60FF6-99C6-4F47-8797-0A023174C8C5}"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63D4C5E-8424-41DC-B864-9061ED4246DC}" type="datetime4">
              <a:rPr lang="en-US" smtClean="0"/>
              <a:pPr>
                <a:defRPr/>
              </a:pPr>
              <a:t>September 2, 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Confidential</a:t>
            </a:r>
          </a:p>
        </p:txBody>
      </p:sp>
      <p:sp>
        <p:nvSpPr>
          <p:cNvPr id="4" name="Slide Number Placeholder 5"/>
          <p:cNvSpPr>
            <a:spLocks noGrp="1"/>
          </p:cNvSpPr>
          <p:nvPr>
            <p:ph type="sldNum" sz="quarter" idx="12"/>
          </p:nvPr>
        </p:nvSpPr>
        <p:spPr/>
        <p:txBody>
          <a:bodyPr/>
          <a:lstStyle>
            <a:lvl1pPr>
              <a:defRPr/>
            </a:lvl1pPr>
          </a:lstStyle>
          <a:p>
            <a:pPr>
              <a:defRPr/>
            </a:pPr>
            <a:fld id="{51686570-3A0F-4BFA-A279-5B0179717C0F}"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2856360-3895-4E65-A438-D53D804BC1AD}" type="datetime4">
              <a:rPr lang="en-US" smtClean="0"/>
              <a:pPr>
                <a:defRPr/>
              </a:pPr>
              <a:t>September 2, 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Confidential</a:t>
            </a:r>
          </a:p>
        </p:txBody>
      </p:sp>
      <p:sp>
        <p:nvSpPr>
          <p:cNvPr id="7" name="Slide Number Placeholder 5"/>
          <p:cNvSpPr>
            <a:spLocks noGrp="1"/>
          </p:cNvSpPr>
          <p:nvPr>
            <p:ph type="sldNum" sz="quarter" idx="12"/>
          </p:nvPr>
        </p:nvSpPr>
        <p:spPr/>
        <p:txBody>
          <a:bodyPr/>
          <a:lstStyle>
            <a:lvl1pPr>
              <a:defRPr/>
            </a:lvl1pPr>
          </a:lstStyle>
          <a:p>
            <a:pPr>
              <a:defRPr/>
            </a:pPr>
            <a:fld id="{14C20E19-78F9-464F-8D32-A1155EEAC7EB}"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E3BA7F1-A2A5-4592-9845-573D8C7C2DC9}" type="datetime4">
              <a:rPr lang="en-US" smtClean="0"/>
              <a:pPr>
                <a:defRPr/>
              </a:pPr>
              <a:t>September 2, 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Confidential</a:t>
            </a:r>
          </a:p>
        </p:txBody>
      </p:sp>
      <p:sp>
        <p:nvSpPr>
          <p:cNvPr id="7" name="Slide Number Placeholder 5"/>
          <p:cNvSpPr>
            <a:spLocks noGrp="1"/>
          </p:cNvSpPr>
          <p:nvPr>
            <p:ph type="sldNum" sz="quarter" idx="12"/>
          </p:nvPr>
        </p:nvSpPr>
        <p:spPr/>
        <p:txBody>
          <a:bodyPr/>
          <a:lstStyle>
            <a:lvl1pPr>
              <a:defRPr/>
            </a:lvl1pPr>
          </a:lstStyle>
          <a:p>
            <a:pPr>
              <a:defRPr/>
            </a:pPr>
            <a:fld id="{52B6CD95-0110-4029-83F9-7A5B1F5D5C2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6973117-1194-4B77-8291-424822269E93}"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64BCFB78-9EC0-4A9C-8F17-E8AC0EC0CD96}"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097EBAA-630A-4588-B69D-3A566C7FDD0A}"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5C0D0283-F41B-429B-9688-18DF2B99D23A}"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53975"/>
            <a:ext cx="8534400" cy="708025"/>
          </a:xfrm>
        </p:spPr>
        <p:txBody>
          <a:bodyPr/>
          <a:lstStyle/>
          <a:p>
            <a:r>
              <a:rPr lang="en-US"/>
              <a:t>Click to edit Master title style</a:t>
            </a:r>
          </a:p>
        </p:txBody>
      </p:sp>
      <p:sp>
        <p:nvSpPr>
          <p:cNvPr id="3" name="Text Placeholder 2"/>
          <p:cNvSpPr>
            <a:spLocks noGrp="1"/>
          </p:cNvSpPr>
          <p:nvPr>
            <p:ph type="body" sz="half" idx="1"/>
          </p:nvPr>
        </p:nvSpPr>
        <p:spPr>
          <a:xfrm>
            <a:off x="714375" y="1257300"/>
            <a:ext cx="4038600" cy="4991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905375" y="1257300"/>
            <a:ext cx="4038600" cy="2419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905375" y="3829050"/>
            <a:ext cx="4038600" cy="2419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97"/>
          <p:cNvSpPr>
            <a:spLocks noGrp="1" noChangeArrowheads="1"/>
          </p:cNvSpPr>
          <p:nvPr>
            <p:ph type="sldNum" sz="quarter" idx="10"/>
          </p:nvPr>
        </p:nvSpPr>
        <p:spPr/>
        <p:txBody>
          <a:bodyPr/>
          <a:lstStyle>
            <a:lvl1pPr>
              <a:defRPr/>
            </a:lvl1pPr>
          </a:lstStyle>
          <a:p>
            <a:pPr>
              <a:defRPr/>
            </a:pPr>
            <a:fld id="{BE151834-FDB5-4BD5-9297-E3FCA87D941A}"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hasCustomPrompt="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CONFIDENTIA</a:t>
            </a:r>
          </a:p>
        </p:txBody>
      </p:sp>
      <p:sp>
        <p:nvSpPr>
          <p:cNvPr id="4" name="Date Placeholder 3"/>
          <p:cNvSpPr>
            <a:spLocks noGrp="1"/>
          </p:cNvSpPr>
          <p:nvPr>
            <p:ph type="dt" sz="half" idx="10"/>
          </p:nvPr>
        </p:nvSpPr>
        <p:spPr/>
        <p:txBody>
          <a:bodyPr/>
          <a:lstStyle>
            <a:lvl1pPr>
              <a:defRPr/>
            </a:lvl1pPr>
          </a:lstStyle>
          <a:p>
            <a:pPr>
              <a:defRPr/>
            </a:pPr>
            <a:fld id="{F252AE10-9413-44E2-ABAD-496827B4ED17}"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C41121B3-B4C0-4CA2-ADA1-82E5C03B472A}" type="slidenum">
              <a:rPr lang="en-US"/>
              <a:pPr>
                <a:defRPr/>
              </a:pPr>
              <a:t>‹#›</a:t>
            </a:fld>
            <a:endParaRPr lang="en-US" dirty="0"/>
          </a:p>
        </p:txBody>
      </p:sp>
    </p:spTree>
    <p:extLst>
      <p:ext uri="{BB962C8B-B14F-4D97-AF65-F5344CB8AC3E}">
        <p14:creationId xmlns:p14="http://schemas.microsoft.com/office/powerpoint/2010/main" val="1004783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vl1pPr>
          </a:lstStyle>
          <a:p>
            <a:pPr>
              <a:defRPr/>
            </a:pPr>
            <a:fld id="{4DE7AB4A-0FA6-4B64-A12F-58E2F333D62E}"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6DCB4F64-0776-40FB-B966-0DCA0C6D5ACC}" type="slidenum">
              <a:rPr lang="en-US"/>
              <a:pPr>
                <a:defRPr/>
              </a:pPr>
              <a:t>‹#›</a:t>
            </a:fld>
            <a:endParaRPr lang="en-US" dirty="0"/>
          </a:p>
        </p:txBody>
      </p:sp>
      <p:sp>
        <p:nvSpPr>
          <p:cNvPr id="7" name="TextBox 6"/>
          <p:cNvSpPr txBox="1"/>
          <p:nvPr userDrawn="1"/>
        </p:nvSpPr>
        <p:spPr>
          <a:xfrm rot="19498444">
            <a:off x="274245" y="3161614"/>
            <a:ext cx="8021376" cy="707886"/>
          </a:xfrm>
          <a:prstGeom prst="rect">
            <a:avLst/>
          </a:prstGeom>
          <a:noFill/>
        </p:spPr>
        <p:txBody>
          <a:bodyPr wrap="square" rtlCol="0">
            <a:spAutoFit/>
          </a:bodyPr>
          <a:lstStyle/>
          <a:p>
            <a:pPr algn="ctr"/>
            <a:r>
              <a:rPr lang="en-US" sz="4000" dirty="0">
                <a:solidFill>
                  <a:schemeClr val="bg1">
                    <a:lumMod val="85000"/>
                  </a:schemeClr>
                </a:solidFill>
              </a:rPr>
              <a:t>CONFIDENTIAL</a:t>
            </a:r>
          </a:p>
        </p:txBody>
      </p:sp>
      <p:pic>
        <p:nvPicPr>
          <p:cNvPr id="8" name="Picture 6" descr="logo.gif"/>
          <p:cNvPicPr>
            <a:picLocks noChangeAspect="1"/>
          </p:cNvPicPr>
          <p:nvPr userDrawn="1"/>
        </p:nvPicPr>
        <p:blipFill>
          <a:blip r:embed="rId2" cstate="print"/>
          <a:srcRect/>
          <a:stretch>
            <a:fillRect/>
          </a:stretch>
        </p:blipFill>
        <p:spPr bwMode="auto">
          <a:xfrm>
            <a:off x="7518999" y="14139"/>
            <a:ext cx="1589505" cy="390525"/>
          </a:xfrm>
          <a:prstGeom prst="rect">
            <a:avLst/>
          </a:prstGeom>
          <a:noFill/>
          <a:ln w="9525">
            <a:noFill/>
            <a:miter lim="800000"/>
            <a:headEnd/>
            <a:tailEnd/>
          </a:ln>
        </p:spPr>
      </p:pic>
    </p:spTree>
    <p:extLst>
      <p:ext uri="{BB962C8B-B14F-4D97-AF65-F5344CB8AC3E}">
        <p14:creationId xmlns:p14="http://schemas.microsoft.com/office/powerpoint/2010/main" val="953633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80DD648-EA17-4162-B49A-E344CBB8D56C}"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DD6647E3-1301-47ED-B38F-69275C8F8173}" type="slidenum">
              <a:rPr lang="en-US"/>
              <a:pPr>
                <a:defRPr/>
              </a:pPr>
              <a:t>‹#›</a:t>
            </a:fld>
            <a:endParaRPr lang="en-US" dirty="0"/>
          </a:p>
        </p:txBody>
      </p:sp>
    </p:spTree>
    <p:extLst>
      <p:ext uri="{BB962C8B-B14F-4D97-AF65-F5344CB8AC3E}">
        <p14:creationId xmlns:p14="http://schemas.microsoft.com/office/powerpoint/2010/main" val="2881153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EEEEE26-441A-42B7-A89A-57D35966CED6}" type="datetime4">
              <a:rPr lang="en-US" smtClean="0"/>
              <a:pPr>
                <a:defRPr/>
              </a:pPr>
              <a:t>September 2, 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Confidential</a:t>
            </a:r>
          </a:p>
        </p:txBody>
      </p:sp>
      <p:sp>
        <p:nvSpPr>
          <p:cNvPr id="7" name="Slide Number Placeholder 5"/>
          <p:cNvSpPr>
            <a:spLocks noGrp="1"/>
          </p:cNvSpPr>
          <p:nvPr>
            <p:ph type="sldNum" sz="quarter" idx="12"/>
          </p:nvPr>
        </p:nvSpPr>
        <p:spPr/>
        <p:txBody>
          <a:bodyPr/>
          <a:lstStyle>
            <a:lvl1pPr>
              <a:defRPr/>
            </a:lvl1pPr>
          </a:lstStyle>
          <a:p>
            <a:pPr>
              <a:defRPr/>
            </a:pPr>
            <a:fld id="{A9923F4C-E8FB-4B81-83D6-089D9ACCBEF9}" type="slidenum">
              <a:rPr lang="en-US"/>
              <a:pPr>
                <a:defRPr/>
              </a:pPr>
              <a:t>‹#›</a:t>
            </a:fld>
            <a:endParaRPr lang="en-US" dirty="0"/>
          </a:p>
        </p:txBody>
      </p:sp>
    </p:spTree>
    <p:extLst>
      <p:ext uri="{BB962C8B-B14F-4D97-AF65-F5344CB8AC3E}">
        <p14:creationId xmlns:p14="http://schemas.microsoft.com/office/powerpoint/2010/main" val="3723832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0DB8378-56EB-4DD0-AC1E-52DE8B201A60}" type="datetime4">
              <a:rPr lang="en-US" smtClean="0"/>
              <a:pPr>
                <a:defRPr/>
              </a:pPr>
              <a:t>September 2, 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Confidential</a:t>
            </a:r>
          </a:p>
        </p:txBody>
      </p:sp>
      <p:sp>
        <p:nvSpPr>
          <p:cNvPr id="9" name="Slide Number Placeholder 5"/>
          <p:cNvSpPr>
            <a:spLocks noGrp="1"/>
          </p:cNvSpPr>
          <p:nvPr>
            <p:ph type="sldNum" sz="quarter" idx="12"/>
          </p:nvPr>
        </p:nvSpPr>
        <p:spPr/>
        <p:txBody>
          <a:bodyPr/>
          <a:lstStyle>
            <a:lvl1pPr>
              <a:defRPr/>
            </a:lvl1pPr>
          </a:lstStyle>
          <a:p>
            <a:pPr>
              <a:defRPr/>
            </a:pPr>
            <a:fld id="{F340728A-86E3-4038-867C-5A468E53AB50}" type="slidenum">
              <a:rPr lang="en-US"/>
              <a:pPr>
                <a:defRPr/>
              </a:pPr>
              <a:t>‹#›</a:t>
            </a:fld>
            <a:endParaRPr lang="en-US" dirty="0"/>
          </a:p>
        </p:txBody>
      </p:sp>
    </p:spTree>
    <p:extLst>
      <p:ext uri="{BB962C8B-B14F-4D97-AF65-F5344CB8AC3E}">
        <p14:creationId xmlns:p14="http://schemas.microsoft.com/office/powerpoint/2010/main" val="857387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5AD8F53-88B0-47DC-8371-FC7F9D2EAC9E}" type="datetime4">
              <a:rPr lang="en-US" smtClean="0"/>
              <a:pPr>
                <a:defRPr/>
              </a:pPr>
              <a:t>September 2, 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Confidential</a:t>
            </a:r>
          </a:p>
        </p:txBody>
      </p:sp>
      <p:sp>
        <p:nvSpPr>
          <p:cNvPr id="5" name="Slide Number Placeholder 5"/>
          <p:cNvSpPr>
            <a:spLocks noGrp="1"/>
          </p:cNvSpPr>
          <p:nvPr>
            <p:ph type="sldNum" sz="quarter" idx="12"/>
          </p:nvPr>
        </p:nvSpPr>
        <p:spPr/>
        <p:txBody>
          <a:bodyPr/>
          <a:lstStyle>
            <a:lvl1pPr>
              <a:defRPr/>
            </a:lvl1pPr>
          </a:lstStyle>
          <a:p>
            <a:pPr>
              <a:defRPr/>
            </a:pPr>
            <a:fld id="{2D9BF796-D397-4F68-8F51-6021987F69D7}" type="slidenum">
              <a:rPr lang="en-US"/>
              <a:pPr>
                <a:defRPr/>
              </a:pPr>
              <a:t>‹#›</a:t>
            </a:fld>
            <a:endParaRPr lang="en-US" dirty="0"/>
          </a:p>
        </p:txBody>
      </p:sp>
    </p:spTree>
    <p:extLst>
      <p:ext uri="{BB962C8B-B14F-4D97-AF65-F5344CB8AC3E}">
        <p14:creationId xmlns:p14="http://schemas.microsoft.com/office/powerpoint/2010/main" val="2009896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DD7C676-DDC7-4BFE-91CD-140D39A33FA3}" type="datetime4">
              <a:rPr lang="en-US" smtClean="0"/>
              <a:pPr>
                <a:defRPr/>
              </a:pPr>
              <a:t>September 2, 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Confidential</a:t>
            </a:r>
          </a:p>
        </p:txBody>
      </p:sp>
      <p:sp>
        <p:nvSpPr>
          <p:cNvPr id="4" name="Slide Number Placeholder 5"/>
          <p:cNvSpPr>
            <a:spLocks noGrp="1"/>
          </p:cNvSpPr>
          <p:nvPr>
            <p:ph type="sldNum" sz="quarter" idx="12"/>
          </p:nvPr>
        </p:nvSpPr>
        <p:spPr/>
        <p:txBody>
          <a:bodyPr/>
          <a:lstStyle>
            <a:lvl1pPr>
              <a:defRPr/>
            </a:lvl1pPr>
          </a:lstStyle>
          <a:p>
            <a:pPr>
              <a:defRPr/>
            </a:pPr>
            <a:fld id="{B1B53EDE-E5DE-4AB3-AB64-7C314956B5E8}" type="slidenum">
              <a:rPr lang="en-US"/>
              <a:pPr>
                <a:defRPr/>
              </a:pPr>
              <a:t>‹#›</a:t>
            </a:fld>
            <a:endParaRPr lang="en-US" dirty="0"/>
          </a:p>
        </p:txBody>
      </p:sp>
    </p:spTree>
    <p:extLst>
      <p:ext uri="{BB962C8B-B14F-4D97-AF65-F5344CB8AC3E}">
        <p14:creationId xmlns:p14="http://schemas.microsoft.com/office/powerpoint/2010/main" val="3518790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6D1E5F4-5703-45BF-B3A7-B5D120CE6486}" type="datetime4">
              <a:rPr lang="en-US" smtClean="0"/>
              <a:pPr>
                <a:defRPr/>
              </a:pPr>
              <a:t>September 2, 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Confidential</a:t>
            </a:r>
          </a:p>
        </p:txBody>
      </p:sp>
      <p:sp>
        <p:nvSpPr>
          <p:cNvPr id="7" name="Slide Number Placeholder 5"/>
          <p:cNvSpPr>
            <a:spLocks noGrp="1"/>
          </p:cNvSpPr>
          <p:nvPr>
            <p:ph type="sldNum" sz="quarter" idx="12"/>
          </p:nvPr>
        </p:nvSpPr>
        <p:spPr/>
        <p:txBody>
          <a:bodyPr/>
          <a:lstStyle>
            <a:lvl1pPr>
              <a:defRPr/>
            </a:lvl1pPr>
          </a:lstStyle>
          <a:p>
            <a:pPr>
              <a:defRPr/>
            </a:pPr>
            <a:fld id="{DB8EE216-F586-4FFD-BBA4-D7700668E09E}" type="slidenum">
              <a:rPr lang="en-US"/>
              <a:pPr>
                <a:defRPr/>
              </a:pPr>
              <a:t>‹#›</a:t>
            </a:fld>
            <a:endParaRPr lang="en-US" dirty="0"/>
          </a:p>
        </p:txBody>
      </p:sp>
    </p:spTree>
    <p:extLst>
      <p:ext uri="{BB962C8B-B14F-4D97-AF65-F5344CB8AC3E}">
        <p14:creationId xmlns:p14="http://schemas.microsoft.com/office/powerpoint/2010/main" val="1114608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9696B85-07B9-4375-8569-4516619E559A}" type="datetime4">
              <a:rPr lang="en-US" smtClean="0"/>
              <a:pPr>
                <a:defRPr/>
              </a:pPr>
              <a:t>September 2, 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Confidential</a:t>
            </a:r>
          </a:p>
        </p:txBody>
      </p:sp>
      <p:sp>
        <p:nvSpPr>
          <p:cNvPr id="7" name="Slide Number Placeholder 5"/>
          <p:cNvSpPr>
            <a:spLocks noGrp="1"/>
          </p:cNvSpPr>
          <p:nvPr>
            <p:ph type="sldNum" sz="quarter" idx="12"/>
          </p:nvPr>
        </p:nvSpPr>
        <p:spPr/>
        <p:txBody>
          <a:bodyPr/>
          <a:lstStyle>
            <a:lvl1pPr>
              <a:defRPr/>
            </a:lvl1pPr>
          </a:lstStyle>
          <a:p>
            <a:pPr>
              <a:defRPr/>
            </a:pPr>
            <a:fld id="{1B663CE1-A2F9-4D71-80FD-5ECDFBDAE7B6}" type="slidenum">
              <a:rPr lang="en-US"/>
              <a:pPr>
                <a:defRPr/>
              </a:pPr>
              <a:t>‹#›</a:t>
            </a:fld>
            <a:endParaRPr lang="en-US" dirty="0"/>
          </a:p>
        </p:txBody>
      </p:sp>
    </p:spTree>
    <p:extLst>
      <p:ext uri="{BB962C8B-B14F-4D97-AF65-F5344CB8AC3E}">
        <p14:creationId xmlns:p14="http://schemas.microsoft.com/office/powerpoint/2010/main" val="902139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F1A42B6-44ED-4DE4-B1F7-A005E4CBE6DA}"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7493DD03-AA59-455E-A5CB-7B75A59B9062}" type="slidenum">
              <a:rPr lang="en-US"/>
              <a:pPr>
                <a:defRPr/>
              </a:pPr>
              <a:t>‹#›</a:t>
            </a:fld>
            <a:endParaRPr lang="en-US" dirty="0"/>
          </a:p>
        </p:txBody>
      </p:sp>
    </p:spTree>
    <p:extLst>
      <p:ext uri="{BB962C8B-B14F-4D97-AF65-F5344CB8AC3E}">
        <p14:creationId xmlns:p14="http://schemas.microsoft.com/office/powerpoint/2010/main" val="2058928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B76901E-C5E0-4E3A-A5FF-987C74E1DDCE}"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353131F4-0EEB-449E-B36A-6E54E9A4E457}" type="slidenum">
              <a:rPr lang="en-US"/>
              <a:pPr>
                <a:defRPr/>
              </a:pPr>
              <a:t>‹#›</a:t>
            </a:fld>
            <a:endParaRPr lang="en-US" dirty="0"/>
          </a:p>
        </p:txBody>
      </p:sp>
    </p:spTree>
    <p:extLst>
      <p:ext uri="{BB962C8B-B14F-4D97-AF65-F5344CB8AC3E}">
        <p14:creationId xmlns:p14="http://schemas.microsoft.com/office/powerpoint/2010/main" val="20971236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DE7AB4A-0FA6-4B64-A12F-58E2F333D62E}" type="datetime4">
              <a:rPr lang="en-US" smtClean="0"/>
              <a:pPr>
                <a:defRPr/>
              </a:pPr>
              <a:t>September 2, 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Confidential</a:t>
            </a:r>
          </a:p>
        </p:txBody>
      </p:sp>
      <p:sp>
        <p:nvSpPr>
          <p:cNvPr id="6" name="Slide Number Placeholder 5"/>
          <p:cNvSpPr>
            <a:spLocks noGrp="1"/>
          </p:cNvSpPr>
          <p:nvPr>
            <p:ph type="sldNum" sz="quarter" idx="12"/>
          </p:nvPr>
        </p:nvSpPr>
        <p:spPr/>
        <p:txBody>
          <a:bodyPr/>
          <a:lstStyle>
            <a:lvl1pPr>
              <a:defRPr/>
            </a:lvl1pPr>
          </a:lstStyle>
          <a:p>
            <a:pPr>
              <a:defRPr/>
            </a:pPr>
            <a:fld id="{6DCB4F64-0776-40FB-B966-0DCA0C6D5ACC}" type="slidenum">
              <a:rPr lang="en-US"/>
              <a:pPr>
                <a:defRPr/>
              </a:pPr>
              <a:t>‹#›</a:t>
            </a:fld>
            <a:endParaRPr lang="en-US" dirty="0"/>
          </a:p>
        </p:txBody>
      </p:sp>
      <p:sp>
        <p:nvSpPr>
          <p:cNvPr id="7" name="TextBox 6"/>
          <p:cNvSpPr txBox="1"/>
          <p:nvPr userDrawn="1"/>
        </p:nvSpPr>
        <p:spPr>
          <a:xfrm rot="19498444">
            <a:off x="274245" y="3161614"/>
            <a:ext cx="8021376" cy="707886"/>
          </a:xfrm>
          <a:prstGeom prst="rect">
            <a:avLst/>
          </a:prstGeom>
          <a:noFill/>
        </p:spPr>
        <p:txBody>
          <a:bodyPr wrap="square" rtlCol="0">
            <a:spAutoFit/>
          </a:bodyPr>
          <a:lstStyle/>
          <a:p>
            <a:pPr algn="ctr"/>
            <a:r>
              <a:rPr lang="en-US" sz="4000" dirty="0">
                <a:solidFill>
                  <a:schemeClr val="bg1">
                    <a:lumMod val="85000"/>
                  </a:schemeClr>
                </a:solidFill>
              </a:rPr>
              <a:t>CONFIDENTIAL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2150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150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BDBF5AC-D135-4CCE-97F1-E48F9114C4B7}" type="datetime4">
              <a:rPr lang="en-US" smtClean="0"/>
              <a:pPr>
                <a:defRPr/>
              </a:pPr>
              <a:t>September 2, 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dirty="0"/>
              <a:t>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C895D517-1823-459E-BE85-638EF64E6A4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9838" r:id="rId1"/>
    <p:sldLayoutId id="2147489839" r:id="rId2"/>
    <p:sldLayoutId id="2147489840" r:id="rId3"/>
    <p:sldLayoutId id="2147489841" r:id="rId4"/>
    <p:sldLayoutId id="2147489842" r:id="rId5"/>
    <p:sldLayoutId id="2147489843" r:id="rId6"/>
    <p:sldLayoutId id="2147489844" r:id="rId7"/>
    <p:sldLayoutId id="2147489845" r:id="rId8"/>
    <p:sldLayoutId id="2147489846" r:id="rId9"/>
    <p:sldLayoutId id="2147489847" r:id="rId10"/>
    <p:sldLayoutId id="2147489848" r:id="rId11"/>
    <p:sldLayoutId id="2147489894" r:id="rId12"/>
  </p:sldLayoutIdLst>
  <p:hf hdr="0" ftr="0"/>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E386DF9-8577-414A-B684-B553D58C6A1E}" type="datetime4">
              <a:rPr lang="en-US" smtClean="0"/>
              <a:pPr>
                <a:defRPr/>
              </a:pPr>
              <a:t>September 2, 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dirty="0"/>
              <a:t>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113D51F-FE4D-4DB6-A520-C29C975C91C2}" type="slidenum">
              <a:rPr lang="en-US"/>
              <a:pPr>
                <a:defRPr/>
              </a:pPr>
              <a:t>‹#›</a:t>
            </a:fld>
            <a:endParaRPr lang="en-US" dirty="0"/>
          </a:p>
        </p:txBody>
      </p:sp>
    </p:spTree>
    <p:extLst>
      <p:ext uri="{BB962C8B-B14F-4D97-AF65-F5344CB8AC3E}">
        <p14:creationId xmlns:p14="http://schemas.microsoft.com/office/powerpoint/2010/main" val="3035750170"/>
      </p:ext>
    </p:extLst>
  </p:cSld>
  <p:clrMap bg1="lt1" tx1="dk1" bg2="lt2" tx2="dk2" accent1="accent1" accent2="accent2" accent3="accent3" accent4="accent4" accent5="accent5" accent6="accent6" hlink="hlink" folHlink="folHlink"/>
  <p:sldLayoutIdLst>
    <p:sldLayoutId id="2147489896" r:id="rId1"/>
    <p:sldLayoutId id="2147489897" r:id="rId2"/>
    <p:sldLayoutId id="2147489898" r:id="rId3"/>
    <p:sldLayoutId id="2147489899" r:id="rId4"/>
    <p:sldLayoutId id="2147489900" r:id="rId5"/>
    <p:sldLayoutId id="2147489901" r:id="rId6"/>
    <p:sldLayoutId id="2147489902" r:id="rId7"/>
    <p:sldLayoutId id="2147489903" r:id="rId8"/>
    <p:sldLayoutId id="2147489904" r:id="rId9"/>
    <p:sldLayoutId id="2147489905" r:id="rId10"/>
    <p:sldLayoutId id="2147489906" r:id="rId11"/>
    <p:sldLayoutId id="2147489907" r:id="rId12"/>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4"/>
          <p:cNvSpPr>
            <a:spLocks noGrp="1"/>
          </p:cNvSpPr>
          <p:nvPr>
            <p:ph type="subTitle" idx="1"/>
          </p:nvPr>
        </p:nvSpPr>
        <p:spPr>
          <a:xfrm>
            <a:off x="785786" y="3786190"/>
            <a:ext cx="7072362" cy="1285884"/>
          </a:xfrm>
        </p:spPr>
        <p:txBody>
          <a:bodyPr/>
          <a:lstStyle/>
          <a:p>
            <a:r>
              <a:rPr lang="en-US" b="1" dirty="0">
                <a:solidFill>
                  <a:srgbClr val="FFC000"/>
                </a:solidFill>
                <a:latin typeface="Arial" pitchFamily="34" charset="0"/>
                <a:cs typeface="Arial" pitchFamily="34" charset="0"/>
              </a:rPr>
              <a:t>     Running Projects Update </a:t>
            </a:r>
          </a:p>
          <a:p>
            <a:r>
              <a:rPr lang="en-US" b="1" dirty="0">
                <a:solidFill>
                  <a:srgbClr val="FFC000"/>
                </a:solidFill>
                <a:latin typeface="Arial" pitchFamily="34" charset="0"/>
                <a:cs typeface="Arial" pitchFamily="34" charset="0"/>
              </a:rPr>
              <a:t>Date (DD/MM/YYYY)</a:t>
            </a:r>
          </a:p>
        </p:txBody>
      </p:sp>
      <p:sp>
        <p:nvSpPr>
          <p:cNvPr id="4" name="Date Placeholder 3"/>
          <p:cNvSpPr>
            <a:spLocks noGrp="1"/>
          </p:cNvSpPr>
          <p:nvPr>
            <p:ph type="dt" sz="half" idx="10"/>
          </p:nvPr>
        </p:nvSpPr>
        <p:spPr/>
        <p:txBody>
          <a:bodyPr/>
          <a:lstStyle/>
          <a:p>
            <a:pPr>
              <a:defRPr/>
            </a:pPr>
            <a:fld id="{E4C23E6F-F1E3-402C-9BC9-322B711138EA}" type="datetime4">
              <a:rPr lang="en-US" smtClean="0"/>
              <a:pPr>
                <a:defRPr/>
              </a:pPr>
              <a:t>September 2, 2026</a:t>
            </a:fld>
            <a:endParaRPr lang="en-US" dirty="0"/>
          </a:p>
        </p:txBody>
      </p:sp>
      <p:sp>
        <p:nvSpPr>
          <p:cNvPr id="5" name="Slide Number Placeholder 4"/>
          <p:cNvSpPr>
            <a:spLocks noGrp="1"/>
          </p:cNvSpPr>
          <p:nvPr>
            <p:ph type="sldNum" sz="quarter" idx="12"/>
          </p:nvPr>
        </p:nvSpPr>
        <p:spPr/>
        <p:txBody>
          <a:bodyPr/>
          <a:lstStyle/>
          <a:p>
            <a:pPr>
              <a:defRPr/>
            </a:pPr>
            <a:fld id="{1F460300-A1E3-41D3-9EDC-42AC16C6B864}" type="slidenum">
              <a:rPr lang="en-US" smtClean="0"/>
              <a:pPr>
                <a:defRPr/>
              </a:pPr>
              <a:t>1</a:t>
            </a:fld>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457200" y="1371601"/>
            <a:ext cx="1219200" cy="507831"/>
          </a:xfrm>
          <a:prstGeom prst="rect">
            <a:avLst/>
          </a:prstGeom>
        </p:spPr>
        <p:txBody>
          <a:bodyPr wrap="square">
            <a:spAutoFit/>
          </a:bodyPr>
          <a:lstStyle/>
          <a:p>
            <a:pPr>
              <a:spcAft>
                <a:spcPts val="600"/>
              </a:spcAft>
            </a:pPr>
            <a:r>
              <a:rPr lang="en-US" sz="1100" dirty="0">
                <a:solidFill>
                  <a:srgbClr val="0000FF"/>
                </a:solidFill>
              </a:rPr>
              <a:t>                        </a:t>
            </a:r>
          </a:p>
          <a:p>
            <a:pPr>
              <a:spcAft>
                <a:spcPts val="600"/>
              </a:spcAft>
            </a:pPr>
            <a:r>
              <a:rPr lang="en-US" sz="1100" dirty="0">
                <a:solidFill>
                  <a:srgbClr val="0000FF"/>
                </a:solidFill>
              </a:rPr>
              <a:t>                        </a:t>
            </a:r>
          </a:p>
        </p:txBody>
      </p:sp>
      <p:sp>
        <p:nvSpPr>
          <p:cNvPr id="14" name="Rectangle 13"/>
          <p:cNvSpPr/>
          <p:nvPr/>
        </p:nvSpPr>
        <p:spPr>
          <a:xfrm>
            <a:off x="457202" y="1"/>
            <a:ext cx="184731" cy="538609"/>
          </a:xfrm>
          <a:prstGeom prst="rect">
            <a:avLst/>
          </a:prstGeom>
        </p:spPr>
        <p:txBody>
          <a:bodyPr wrap="none">
            <a:spAutoFit/>
          </a:bodyPr>
          <a:lstStyle/>
          <a:p>
            <a:pPr>
              <a:spcAft>
                <a:spcPts val="600"/>
              </a:spcAft>
            </a:pPr>
            <a:endParaRPr lang="en-US" sz="1200" dirty="0">
              <a:solidFill>
                <a:srgbClr val="FF0000"/>
              </a:solidFill>
            </a:endParaRPr>
          </a:p>
          <a:p>
            <a:pPr>
              <a:spcAft>
                <a:spcPts val="600"/>
              </a:spcAft>
            </a:pPr>
            <a:endParaRPr lang="en-US" sz="1200" dirty="0">
              <a:solidFill>
                <a:srgbClr val="FF0000"/>
              </a:solidFill>
            </a:endParaRPr>
          </a:p>
        </p:txBody>
      </p:sp>
      <p:sp>
        <p:nvSpPr>
          <p:cNvPr id="16" name="Slide Number Placeholder 15"/>
          <p:cNvSpPr>
            <a:spLocks noGrp="1"/>
          </p:cNvSpPr>
          <p:nvPr>
            <p:ph type="sldNum" sz="quarter" idx="12"/>
          </p:nvPr>
        </p:nvSpPr>
        <p:spPr>
          <a:xfrm>
            <a:off x="6324600" y="6675438"/>
            <a:ext cx="2133600" cy="365125"/>
          </a:xfrm>
        </p:spPr>
        <p:txBody>
          <a:bodyPr/>
          <a:lstStyle/>
          <a:p>
            <a:pPr>
              <a:defRPr/>
            </a:pPr>
            <a:fld id="{6DCB4F64-0776-40FB-B966-0DCA0C6D5ACC}" type="slidenum">
              <a:rPr lang="en-US" smtClean="0"/>
              <a:pPr>
                <a:defRPr/>
              </a:pPr>
              <a:t>2</a:t>
            </a:fld>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2053244165"/>
              </p:ext>
            </p:extLst>
          </p:nvPr>
        </p:nvGraphicFramePr>
        <p:xfrm>
          <a:off x="395536" y="82772"/>
          <a:ext cx="8501124" cy="5552652"/>
        </p:xfrm>
        <a:graphic>
          <a:graphicData uri="http://schemas.openxmlformats.org/drawingml/2006/table">
            <a:tbl>
              <a:tblPr firstRow="1" bandRow="1">
                <a:tableStyleId>{5C22544A-7EE6-4342-B048-85BDC9FD1C3A}</a:tableStyleId>
              </a:tblPr>
              <a:tblGrid>
                <a:gridCol w="357191">
                  <a:extLst>
                    <a:ext uri="{9D8B030D-6E8A-4147-A177-3AD203B41FA5}">
                      <a16:colId xmlns:a16="http://schemas.microsoft.com/office/drawing/2014/main" val="20000"/>
                    </a:ext>
                  </a:extLst>
                </a:gridCol>
                <a:gridCol w="785817">
                  <a:extLst>
                    <a:ext uri="{9D8B030D-6E8A-4147-A177-3AD203B41FA5}">
                      <a16:colId xmlns:a16="http://schemas.microsoft.com/office/drawing/2014/main" val="20001"/>
                    </a:ext>
                  </a:extLst>
                </a:gridCol>
                <a:gridCol w="1161248">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720080">
                  <a:extLst>
                    <a:ext uri="{9D8B030D-6E8A-4147-A177-3AD203B41FA5}">
                      <a16:colId xmlns:a16="http://schemas.microsoft.com/office/drawing/2014/main" val="20005"/>
                    </a:ext>
                  </a:extLst>
                </a:gridCol>
                <a:gridCol w="720080">
                  <a:extLst>
                    <a:ext uri="{9D8B030D-6E8A-4147-A177-3AD203B41FA5}">
                      <a16:colId xmlns:a16="http://schemas.microsoft.com/office/drawing/2014/main" val="20006"/>
                    </a:ext>
                  </a:extLst>
                </a:gridCol>
                <a:gridCol w="571128">
                  <a:extLst>
                    <a:ext uri="{9D8B030D-6E8A-4147-A177-3AD203B41FA5}">
                      <a16:colId xmlns:a16="http://schemas.microsoft.com/office/drawing/2014/main" val="20007"/>
                    </a:ext>
                  </a:extLst>
                </a:gridCol>
                <a:gridCol w="3105460">
                  <a:extLst>
                    <a:ext uri="{9D8B030D-6E8A-4147-A177-3AD203B41FA5}">
                      <a16:colId xmlns:a16="http://schemas.microsoft.com/office/drawing/2014/main" val="20008"/>
                    </a:ext>
                  </a:extLst>
                </a:gridCol>
              </a:tblGrid>
              <a:tr h="393900">
                <a:tc>
                  <a:txBody>
                    <a:bodyPr/>
                    <a:lstStyle/>
                    <a:p>
                      <a:r>
                        <a:rPr lang="en-US" sz="1000" dirty="0">
                          <a:effectLst/>
                        </a:rPr>
                        <a:t>S.</a:t>
                      </a:r>
                    </a:p>
                    <a:p>
                      <a:r>
                        <a:rPr lang="en-US" sz="1000" dirty="0">
                          <a:effectLst/>
                        </a:rPr>
                        <a:t>No</a:t>
                      </a:r>
                    </a:p>
                  </a:txBody>
                  <a:tcPr/>
                </a:tc>
                <a:tc>
                  <a:txBody>
                    <a:bodyPr/>
                    <a:lstStyle/>
                    <a:p>
                      <a:r>
                        <a:rPr lang="en-US" sz="1000" dirty="0">
                          <a:effectLst/>
                        </a:rPr>
                        <a:t>Project</a:t>
                      </a:r>
                    </a:p>
                  </a:txBody>
                  <a:tcPr/>
                </a:tc>
                <a:tc>
                  <a:txBody>
                    <a:bodyPr/>
                    <a:lstStyle/>
                    <a:p>
                      <a:r>
                        <a:rPr lang="en-US" sz="1000" dirty="0">
                          <a:effectLst/>
                        </a:rPr>
                        <a:t>Target Structure</a:t>
                      </a:r>
                    </a:p>
                  </a:txBody>
                  <a:tcPr/>
                </a:tc>
                <a:tc>
                  <a:txBody>
                    <a:bodyPr/>
                    <a:lstStyle/>
                    <a:p>
                      <a:r>
                        <a:rPr lang="en-US" sz="1000" dirty="0">
                          <a:effectLst/>
                        </a:rPr>
                        <a:t>G.L </a:t>
                      </a:r>
                      <a:r>
                        <a:rPr lang="en-US" sz="1000" baseline="0" dirty="0">
                          <a:effectLst/>
                        </a:rPr>
                        <a:t>Name</a:t>
                      </a:r>
                      <a:endParaRPr lang="en-US" sz="1000" dirty="0">
                        <a:effectLst/>
                      </a:endParaRPr>
                    </a:p>
                  </a:txBody>
                  <a:tcPr/>
                </a:tc>
                <a:tc>
                  <a:txBody>
                    <a:bodyPr/>
                    <a:lstStyle/>
                    <a:p>
                      <a:r>
                        <a:rPr lang="en-US" sz="1000" dirty="0">
                          <a:effectLst/>
                        </a:rPr>
                        <a:t>Qty</a:t>
                      </a:r>
                    </a:p>
                  </a:txBody>
                  <a:tcPr/>
                </a:tc>
                <a:tc>
                  <a:txBody>
                    <a:bodyPr/>
                    <a:lstStyle/>
                    <a:p>
                      <a:r>
                        <a:rPr lang="en-US" sz="1000" dirty="0">
                          <a:effectLst/>
                        </a:rPr>
                        <a:t>Start</a:t>
                      </a:r>
                    </a:p>
                    <a:p>
                      <a:r>
                        <a:rPr lang="en-US" sz="1000" dirty="0">
                          <a:effectLst/>
                        </a:rPr>
                        <a:t>Date</a:t>
                      </a:r>
                    </a:p>
                  </a:txBody>
                  <a:tcPr/>
                </a:tc>
                <a:tc>
                  <a:txBody>
                    <a:bodyPr/>
                    <a:lstStyle/>
                    <a:p>
                      <a:r>
                        <a:rPr lang="en-US" sz="1000" dirty="0">
                          <a:effectLst/>
                        </a:rPr>
                        <a:t>End </a:t>
                      </a:r>
                    </a:p>
                    <a:p>
                      <a:r>
                        <a:rPr lang="en-US" sz="1000" dirty="0">
                          <a:effectLst/>
                        </a:rPr>
                        <a:t>Date</a:t>
                      </a:r>
                    </a:p>
                  </a:txBody>
                  <a:tcPr/>
                </a:tc>
                <a:tc>
                  <a:txBody>
                    <a:bodyPr/>
                    <a:lstStyle/>
                    <a:p>
                      <a:r>
                        <a:rPr lang="en-US" sz="1000" dirty="0">
                          <a:effectLst/>
                        </a:rPr>
                        <a:t>On</a:t>
                      </a:r>
                      <a:r>
                        <a:rPr lang="en-US" sz="1000" baseline="0" dirty="0">
                          <a:effectLst/>
                        </a:rPr>
                        <a:t> time</a:t>
                      </a:r>
                      <a:endParaRPr lang="en-US" sz="1000" dirty="0">
                        <a:effectLst/>
                      </a:endParaRPr>
                    </a:p>
                  </a:txBody>
                  <a:tcPr/>
                </a:tc>
                <a:tc>
                  <a:txBody>
                    <a:bodyPr/>
                    <a:lstStyle/>
                    <a:p>
                      <a:r>
                        <a:rPr lang="en-US" sz="1000" dirty="0">
                          <a:effectLst/>
                        </a:rPr>
                        <a:t>Remarks</a:t>
                      </a:r>
                    </a:p>
                  </a:txBody>
                  <a:tcPr/>
                </a:tc>
                <a:extLst>
                  <a:ext uri="{0D108BD9-81ED-4DB2-BD59-A6C34878D82A}">
                    <a16:rowId xmlns:a16="http://schemas.microsoft.com/office/drawing/2014/main" val="10000"/>
                  </a:ext>
                </a:extLst>
              </a:tr>
              <a:tr h="587788">
                <a:tc>
                  <a:txBody>
                    <a:bodyPr/>
                    <a:lstStyle/>
                    <a:p>
                      <a:r>
                        <a:rPr lang="en-US" sz="1000" b="1" dirty="0">
                          <a:solidFill>
                            <a:schemeClr val="tx1"/>
                          </a:solidFill>
                          <a:effectLst/>
                        </a:rPr>
                        <a:t>1</a:t>
                      </a:r>
                    </a:p>
                  </a:txBody>
                  <a:tcPr>
                    <a:solidFill>
                      <a:srgbClr val="FF7C80"/>
                    </a:solidFill>
                  </a:tcPr>
                </a:tc>
                <a:tc>
                  <a:txBody>
                    <a:bodyPr/>
                    <a:lstStyle/>
                    <a:p>
                      <a:pPr algn="ctr"/>
                      <a:endParaRPr lang="en-US" sz="1000" dirty="0">
                        <a:effectLst/>
                      </a:endParaRPr>
                    </a:p>
                    <a:p>
                      <a:pPr algn="ctr"/>
                      <a:r>
                        <a:rPr lang="en-US" sz="1000" dirty="0">
                          <a:effectLst/>
                        </a:rPr>
                        <a:t>A11CF</a:t>
                      </a:r>
                    </a:p>
                  </a:txBody>
                  <a:tcPr>
                    <a:solidFill>
                      <a:srgbClr val="FF7C80"/>
                    </a:solidFill>
                  </a:tcPr>
                </a:tc>
                <a:tc>
                  <a:txBody>
                    <a:bodyPr/>
                    <a:lstStyle/>
                    <a:p>
                      <a:endParaRPr lang="en-US" sz="1000" dirty="0">
                        <a:effectLst/>
                      </a:endParaRPr>
                    </a:p>
                  </a:txBody>
                  <a:tcPr>
                    <a:solidFill>
                      <a:srgbClr val="FF7C80"/>
                    </a:solidFill>
                  </a:tcPr>
                </a:tc>
                <a:tc>
                  <a:txBody>
                    <a:bodyPr/>
                    <a:lstStyle/>
                    <a:p>
                      <a:pPr algn="ctr"/>
                      <a:endParaRPr lang="en-US" sz="1000" dirty="0">
                        <a:effectLst/>
                      </a:endParaRPr>
                    </a:p>
                    <a:p>
                      <a:pPr algn="ctr"/>
                      <a:r>
                        <a:rPr lang="en-US" sz="1000" dirty="0">
                          <a:effectLst/>
                        </a:rPr>
                        <a:t>Leader A</a:t>
                      </a:r>
                    </a:p>
                  </a:txBody>
                  <a:tcPr>
                    <a:solidFill>
                      <a:srgbClr val="FF7C80"/>
                    </a:solidFill>
                  </a:tcPr>
                </a:tc>
                <a:tc>
                  <a:txBody>
                    <a:bodyPr/>
                    <a:lstStyle/>
                    <a:p>
                      <a:pPr algn="ctr"/>
                      <a:r>
                        <a:rPr lang="en-US" sz="1000" dirty="0">
                          <a:effectLst/>
                        </a:rPr>
                        <a:t>1 kg</a:t>
                      </a:r>
                    </a:p>
                  </a:txBody>
                  <a:tcPr>
                    <a:solidFill>
                      <a:srgbClr val="FF7C80"/>
                    </a:solidFill>
                  </a:tcPr>
                </a:tc>
                <a:tc>
                  <a:txBody>
                    <a:bodyPr/>
                    <a:lstStyle/>
                    <a:p>
                      <a:pPr algn="ctr"/>
                      <a:r>
                        <a:rPr lang="en-US" sz="1000" dirty="0">
                          <a:effectLst/>
                        </a:rPr>
                        <a:t>01-06-26</a:t>
                      </a:r>
                    </a:p>
                  </a:txBody>
                  <a:tcPr>
                    <a:solidFill>
                      <a:srgbClr val="FF7C80"/>
                    </a:solidFill>
                  </a:tcPr>
                </a:tc>
                <a:tc>
                  <a:txBody>
                    <a:bodyPr/>
                    <a:lstStyle/>
                    <a:p>
                      <a:pPr algn="ctr"/>
                      <a:r>
                        <a:rPr lang="en-US" sz="1000" dirty="0">
                          <a:effectLst/>
                        </a:rPr>
                        <a:t>04-08-26</a:t>
                      </a:r>
                    </a:p>
                  </a:txBody>
                  <a:tcPr>
                    <a:solidFill>
                      <a:srgbClr val="FF7C8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a:effectLst/>
                        </a:rPr>
                        <a:t>NO</a:t>
                      </a:r>
                      <a:endParaRPr lang="en-US" sz="1000" dirty="0">
                        <a:effectLst/>
                      </a:endParaRPr>
                    </a:p>
                    <a:p>
                      <a:pPr algn="ctr"/>
                      <a:endParaRPr lang="en-US" sz="1000" dirty="0">
                        <a:effectLst/>
                      </a:endParaRPr>
                    </a:p>
                  </a:txBody>
                  <a:tcPr>
                    <a:solidFill>
                      <a:srgbClr val="FF7C80"/>
                    </a:solidFill>
                  </a:tcPr>
                </a:tc>
                <a:tc>
                  <a:txBody>
                    <a:bodyPr/>
                    <a:lstStyle/>
                    <a:p>
                      <a:pPr algn="ctr"/>
                      <a:r>
                        <a:rPr lang="en-US" sz="1000" dirty="0">
                          <a:effectLst/>
                        </a:rPr>
                        <a:t>1 kg COA has been shared along with</a:t>
                      </a:r>
                      <a:r>
                        <a:rPr lang="en-US" sz="1000" baseline="0" dirty="0">
                          <a:effectLst/>
                        </a:rPr>
                        <a:t> the 2 g of each sample sent to customer, waiting for customer feed back</a:t>
                      </a:r>
                    </a:p>
                    <a:p>
                      <a:pPr algn="ctr"/>
                      <a:r>
                        <a:rPr lang="en-US" sz="1000" baseline="0" dirty="0">
                          <a:effectLst/>
                        </a:rPr>
                        <a:t>10 g of compound was shipped</a:t>
                      </a:r>
                      <a:endParaRPr lang="en-US" sz="1000" dirty="0">
                        <a:effectLst/>
                      </a:endParaRPr>
                    </a:p>
                  </a:txBody>
                  <a:tcPr>
                    <a:solidFill>
                      <a:srgbClr val="FF7C80"/>
                    </a:solidFill>
                  </a:tcPr>
                </a:tc>
                <a:extLst>
                  <a:ext uri="{0D108BD9-81ED-4DB2-BD59-A6C34878D82A}">
                    <a16:rowId xmlns:a16="http://schemas.microsoft.com/office/drawing/2014/main" val="10001"/>
                  </a:ext>
                </a:extLst>
              </a:tr>
              <a:tr h="648748">
                <a:tc>
                  <a:txBody>
                    <a:bodyPr/>
                    <a:lstStyle/>
                    <a:p>
                      <a:r>
                        <a:rPr lang="en-US" sz="1000" b="0" strike="noStrike" dirty="0">
                          <a:solidFill>
                            <a:schemeClr val="tx1"/>
                          </a:solidFill>
                          <a:effectLst/>
                        </a:rPr>
                        <a:t>2</a:t>
                      </a:r>
                    </a:p>
                  </a:txBody>
                  <a:tcPr>
                    <a:solidFill>
                      <a:srgbClr val="FF7C80"/>
                    </a:solidFill>
                  </a:tcPr>
                </a:tc>
                <a:tc>
                  <a:txBody>
                    <a:bodyPr/>
                    <a:lstStyle/>
                    <a:p>
                      <a:pPr algn="ctr"/>
                      <a:endParaRPr lang="en-US" sz="1000" b="0" strike="noStrike" dirty="0">
                        <a:effectLst/>
                      </a:endParaRPr>
                    </a:p>
                    <a:p>
                      <a:pPr algn="ctr"/>
                      <a:r>
                        <a:rPr lang="en-US" sz="1000" b="0" strike="noStrike" dirty="0">
                          <a:effectLst/>
                        </a:rPr>
                        <a:t>B4I90</a:t>
                      </a:r>
                    </a:p>
                    <a:p>
                      <a:pPr algn="ctr"/>
                      <a:endParaRPr lang="en-US" sz="1000" b="0" strike="noStrike" dirty="0">
                        <a:effectLst/>
                      </a:endParaRPr>
                    </a:p>
                  </a:txBody>
                  <a:tcPr>
                    <a:solidFill>
                      <a:srgbClr val="FF7C80"/>
                    </a:solidFill>
                  </a:tcPr>
                </a:tc>
                <a:tc>
                  <a:txBody>
                    <a:bodyPr/>
                    <a:lstStyle/>
                    <a:p>
                      <a:endParaRPr lang="en-US" sz="1000" b="0" strike="noStrike" dirty="0">
                        <a:effectLst/>
                      </a:endParaRPr>
                    </a:p>
                  </a:txBody>
                  <a:tcPr>
                    <a:solidFill>
                      <a:srgbClr val="FF7C80"/>
                    </a:solidFill>
                  </a:tcPr>
                </a:tc>
                <a:tc>
                  <a:txBody>
                    <a:bodyPr/>
                    <a:lstStyle/>
                    <a:p>
                      <a:pPr algn="ctr"/>
                      <a:endParaRPr lang="en-US" sz="1000" b="0" strike="noStrike" dirty="0">
                        <a:effectLst/>
                      </a:endParaRPr>
                    </a:p>
                    <a:p>
                      <a:pPr algn="ctr"/>
                      <a:r>
                        <a:rPr lang="en-US" sz="1000" b="0" strike="noStrike" dirty="0">
                          <a:effectLst/>
                        </a:rPr>
                        <a:t>Leader A</a:t>
                      </a:r>
                    </a:p>
                  </a:txBody>
                  <a:tcPr>
                    <a:solidFill>
                      <a:srgbClr val="FF7C80"/>
                    </a:solidFill>
                  </a:tcPr>
                </a:tc>
                <a:tc>
                  <a:txBody>
                    <a:bodyPr/>
                    <a:lstStyle/>
                    <a:p>
                      <a:endParaRPr lang="en-US" sz="1000" b="0" strike="noStrike" dirty="0">
                        <a:effectLst/>
                      </a:endParaRPr>
                    </a:p>
                    <a:p>
                      <a:r>
                        <a:rPr lang="en-US" sz="1000" b="0" strike="noStrike" dirty="0">
                          <a:effectLst/>
                        </a:rPr>
                        <a:t>20  g</a:t>
                      </a:r>
                    </a:p>
                  </a:txBody>
                  <a:tcPr>
                    <a:solidFill>
                      <a:srgbClr val="FF7C80"/>
                    </a:solidFill>
                  </a:tcPr>
                </a:tc>
                <a:tc>
                  <a:txBody>
                    <a:bodyPr/>
                    <a:lstStyle/>
                    <a:p>
                      <a:r>
                        <a:rPr lang="en-US" sz="1000" b="0" strike="noStrike" dirty="0">
                          <a:effectLst/>
                        </a:rPr>
                        <a:t>09-05-26</a:t>
                      </a:r>
                    </a:p>
                  </a:txBody>
                  <a:tcPr>
                    <a:solidFill>
                      <a:srgbClr val="FF7C80"/>
                    </a:solidFill>
                  </a:tcPr>
                </a:tc>
                <a:tc>
                  <a:txBody>
                    <a:bodyPr/>
                    <a:lstStyle/>
                    <a:p>
                      <a:r>
                        <a:rPr lang="en-US" sz="1000" b="0" strike="noStrike" dirty="0">
                          <a:effectLst/>
                        </a:rPr>
                        <a:t>28-06-26</a:t>
                      </a:r>
                    </a:p>
                  </a:txBody>
                  <a:tcPr>
                    <a:solidFill>
                      <a:srgbClr val="FF7C80"/>
                    </a:solidFill>
                  </a:tcPr>
                </a:tc>
                <a:tc>
                  <a:txBody>
                    <a:bodyPr/>
                    <a:lstStyle/>
                    <a:p>
                      <a:pPr algn="ctr"/>
                      <a:r>
                        <a:rPr lang="en-US" sz="1000" b="0" strike="noStrike" dirty="0">
                          <a:effectLst/>
                        </a:rPr>
                        <a:t>NO</a:t>
                      </a:r>
                    </a:p>
                  </a:txBody>
                  <a:tcPr>
                    <a:solidFill>
                      <a:srgbClr val="FF7C80"/>
                    </a:solidFill>
                  </a:tcPr>
                </a:tc>
                <a:tc>
                  <a:txBody>
                    <a:bodyPr/>
                    <a:lstStyle/>
                    <a:p>
                      <a:pPr algn="just"/>
                      <a:r>
                        <a:rPr lang="en-US" sz="1000" b="0" strike="noStrike" baseline="0" dirty="0">
                          <a:effectLst/>
                        </a:rPr>
                        <a:t> 20 g was shipped on 27-08-2026 and ~ 25 g is in hand.</a:t>
                      </a:r>
                      <a:endParaRPr lang="en-US" sz="1000" b="0" strike="noStrike" dirty="0">
                        <a:effectLst/>
                      </a:endParaRPr>
                    </a:p>
                  </a:txBody>
                  <a:tcPr>
                    <a:solidFill>
                      <a:srgbClr val="FF7C80"/>
                    </a:solidFill>
                  </a:tcPr>
                </a:tc>
                <a:extLst>
                  <a:ext uri="{0D108BD9-81ED-4DB2-BD59-A6C34878D82A}">
                    <a16:rowId xmlns:a16="http://schemas.microsoft.com/office/drawing/2014/main" val="10003"/>
                  </a:ext>
                </a:extLst>
              </a:tr>
              <a:tr h="459404">
                <a:tc>
                  <a:txBody>
                    <a:bodyPr/>
                    <a:lstStyle/>
                    <a:p>
                      <a:r>
                        <a:rPr lang="en-US" sz="1000" b="0" strike="noStrike" dirty="0">
                          <a:solidFill>
                            <a:schemeClr val="tx1"/>
                          </a:solidFill>
                          <a:effectLst/>
                        </a:rPr>
                        <a:t>3</a:t>
                      </a:r>
                    </a:p>
                  </a:txBody>
                  <a:tcPr>
                    <a:solidFill>
                      <a:srgbClr val="FF7C80"/>
                    </a:solidFill>
                  </a:tcPr>
                </a:tc>
                <a:tc>
                  <a:txBody>
                    <a:bodyPr/>
                    <a:lstStyle/>
                    <a:p>
                      <a:pPr algn="ctr"/>
                      <a:r>
                        <a:rPr lang="en-US" sz="1000" b="0" strike="noStrike" dirty="0">
                          <a:effectLst/>
                        </a:rPr>
                        <a:t>A1TRP</a:t>
                      </a:r>
                    </a:p>
                    <a:p>
                      <a:pPr algn="ctr"/>
                      <a:endParaRPr lang="en-US" sz="1000" b="0" strike="noStrike" dirty="0">
                        <a:effectLst/>
                      </a:endParaRPr>
                    </a:p>
                    <a:p>
                      <a:pPr algn="ctr"/>
                      <a:endParaRPr lang="en-US" sz="1000" b="0" strike="noStrike" dirty="0">
                        <a:effectLst/>
                      </a:endParaRPr>
                    </a:p>
                  </a:txBody>
                  <a:tcPr>
                    <a:solidFill>
                      <a:srgbClr val="FF7C80"/>
                    </a:solidFill>
                  </a:tcPr>
                </a:tc>
                <a:tc>
                  <a:txBody>
                    <a:bodyPr/>
                    <a:lstStyle/>
                    <a:p>
                      <a:endParaRPr lang="en-US" sz="1000" b="0" strike="noStrike" dirty="0">
                        <a:effectLst/>
                      </a:endParaRPr>
                    </a:p>
                  </a:txBody>
                  <a:tcPr>
                    <a:solidFill>
                      <a:srgbClr val="FF7C80"/>
                    </a:solidFill>
                  </a:tcPr>
                </a:tc>
                <a:tc>
                  <a:txBody>
                    <a:bodyPr/>
                    <a:lstStyle/>
                    <a:p>
                      <a:pPr algn="ctr"/>
                      <a:endParaRPr lang="en-US" sz="1000" b="0" strike="noStrike" dirty="0">
                        <a:effectLst/>
                      </a:endParaRPr>
                    </a:p>
                    <a:p>
                      <a:pPr algn="ctr"/>
                      <a:r>
                        <a:rPr lang="en-US" sz="1000" b="0" strike="noStrike" dirty="0">
                          <a:effectLst/>
                        </a:rPr>
                        <a:t>Leader B</a:t>
                      </a:r>
                    </a:p>
                  </a:txBody>
                  <a:tcPr>
                    <a:solidFill>
                      <a:srgbClr val="FF7C80"/>
                    </a:solidFill>
                  </a:tcPr>
                </a:tc>
                <a:tc>
                  <a:txBody>
                    <a:bodyPr/>
                    <a:lstStyle/>
                    <a:p>
                      <a:endParaRPr lang="en-US" sz="1000" b="0" strike="noStrike" dirty="0">
                        <a:effectLst/>
                      </a:endParaRPr>
                    </a:p>
                    <a:p>
                      <a:r>
                        <a:rPr lang="en-US" sz="1000" b="0" strike="noStrike" dirty="0">
                          <a:effectLst/>
                        </a:rPr>
                        <a:t>20  g</a:t>
                      </a:r>
                    </a:p>
                  </a:txBody>
                  <a:tcPr>
                    <a:solidFill>
                      <a:srgbClr val="FF7C80"/>
                    </a:solidFill>
                  </a:tcPr>
                </a:tc>
                <a:tc>
                  <a:txBody>
                    <a:bodyPr/>
                    <a:lstStyle/>
                    <a:p>
                      <a:r>
                        <a:rPr lang="en-US" sz="1000" b="0" strike="noStrike" dirty="0">
                          <a:effectLst/>
                        </a:rPr>
                        <a:t>09-05-26</a:t>
                      </a:r>
                    </a:p>
                  </a:txBody>
                  <a:tcPr>
                    <a:solidFill>
                      <a:srgbClr val="FF7C80"/>
                    </a:solidFill>
                  </a:tcPr>
                </a:tc>
                <a:tc>
                  <a:txBody>
                    <a:bodyPr/>
                    <a:lstStyle/>
                    <a:p>
                      <a:r>
                        <a:rPr lang="en-US" sz="1000" b="0" strike="noStrike" dirty="0">
                          <a:effectLst/>
                        </a:rPr>
                        <a:t>28-06-26</a:t>
                      </a:r>
                    </a:p>
                  </a:txBody>
                  <a:tcPr>
                    <a:solidFill>
                      <a:srgbClr val="FF7C80"/>
                    </a:solidFill>
                  </a:tcPr>
                </a:tc>
                <a:tc>
                  <a:txBody>
                    <a:bodyPr/>
                    <a:lstStyle/>
                    <a:p>
                      <a:pPr algn="ctr"/>
                      <a:r>
                        <a:rPr lang="en-US" sz="1000" b="0" strike="noStrike" dirty="0">
                          <a:effectLst/>
                        </a:rPr>
                        <a:t>NO</a:t>
                      </a:r>
                    </a:p>
                  </a:txBody>
                  <a:tcPr>
                    <a:solidFill>
                      <a:srgbClr val="FF7C80"/>
                    </a:solidFill>
                  </a:tcPr>
                </a:tc>
                <a:tc>
                  <a:txBody>
                    <a:bodyPr/>
                    <a:lstStyle/>
                    <a:p>
                      <a:pPr algn="just"/>
                      <a:r>
                        <a:rPr lang="en-US" sz="1000" b="0" strike="noStrike" baseline="0" dirty="0">
                          <a:effectLst/>
                        </a:rPr>
                        <a:t>  20 g was shipped on 27-08-2026 and ~ 25 g is in hand</a:t>
                      </a:r>
                      <a:endParaRPr lang="en-US" sz="1000" b="0" strike="noStrike" dirty="0">
                        <a:effectLst/>
                      </a:endParaRPr>
                    </a:p>
                  </a:txBody>
                  <a:tcPr>
                    <a:solidFill>
                      <a:srgbClr val="FF7C80"/>
                    </a:solidFill>
                  </a:tcPr>
                </a:tc>
                <a:extLst>
                  <a:ext uri="{0D108BD9-81ED-4DB2-BD59-A6C34878D82A}">
                    <a16:rowId xmlns:a16="http://schemas.microsoft.com/office/drawing/2014/main" val="10004"/>
                  </a:ext>
                </a:extLst>
              </a:tr>
              <a:tr h="518160">
                <a:tc>
                  <a:txBody>
                    <a:bodyPr/>
                    <a:lstStyle/>
                    <a:p>
                      <a:r>
                        <a:rPr lang="en-US" sz="1000" b="0" strike="noStrike" dirty="0">
                          <a:solidFill>
                            <a:schemeClr val="tx1"/>
                          </a:solidFill>
                          <a:effectLst/>
                        </a:rPr>
                        <a:t>4</a:t>
                      </a:r>
                    </a:p>
                  </a:txBody>
                  <a:tcPr>
                    <a:solidFill>
                      <a:srgbClr val="FF7C80"/>
                    </a:solidFill>
                  </a:tcPr>
                </a:tc>
                <a:tc>
                  <a:txBody>
                    <a:bodyPr/>
                    <a:lstStyle/>
                    <a:p>
                      <a:pPr algn="ctr"/>
                      <a:r>
                        <a:rPr lang="en-US" sz="1000" b="0" strike="noStrike" dirty="0">
                          <a:effectLst/>
                        </a:rPr>
                        <a:t>B0MI2</a:t>
                      </a:r>
                    </a:p>
                  </a:txBody>
                  <a:tcPr>
                    <a:solidFill>
                      <a:srgbClr val="FF7C80"/>
                    </a:solidFill>
                  </a:tcPr>
                </a:tc>
                <a:tc>
                  <a:txBody>
                    <a:bodyPr/>
                    <a:lstStyle/>
                    <a:p>
                      <a:endParaRPr lang="en-US" sz="1000" b="0" strike="noStrike" dirty="0">
                        <a:effectLst/>
                      </a:endParaRPr>
                    </a:p>
                  </a:txBody>
                  <a:tcPr>
                    <a:solidFill>
                      <a:srgbClr val="FF7C80"/>
                    </a:solidFill>
                  </a:tcPr>
                </a:tc>
                <a:tc>
                  <a:txBody>
                    <a:bodyPr/>
                    <a:lstStyle/>
                    <a:p>
                      <a:pPr algn="ctr"/>
                      <a:endParaRPr lang="en-US" sz="1000" b="0" strike="noStrike" dirty="0">
                        <a:effectLst/>
                      </a:endParaRPr>
                    </a:p>
                    <a:p>
                      <a:pPr algn="ctr"/>
                      <a:r>
                        <a:rPr lang="en-US" sz="1000" b="0" strike="noStrike" dirty="0">
                          <a:effectLst/>
                        </a:rPr>
                        <a:t>Leader B</a:t>
                      </a:r>
                    </a:p>
                  </a:txBody>
                  <a:tcPr>
                    <a:solidFill>
                      <a:srgbClr val="FF7C80"/>
                    </a:solidFill>
                  </a:tcPr>
                </a:tc>
                <a:tc>
                  <a:txBody>
                    <a:bodyPr/>
                    <a:lstStyle/>
                    <a:p>
                      <a:endParaRPr lang="en-US" sz="1000" b="0" strike="noStrike" dirty="0">
                        <a:effectLst/>
                      </a:endParaRPr>
                    </a:p>
                    <a:p>
                      <a:r>
                        <a:rPr lang="en-US" sz="1000" b="0" strike="noStrike" dirty="0">
                          <a:effectLst/>
                        </a:rPr>
                        <a:t>20  g</a:t>
                      </a:r>
                    </a:p>
                  </a:txBody>
                  <a:tcPr>
                    <a:solidFill>
                      <a:srgbClr val="FF7C80"/>
                    </a:solidFill>
                  </a:tcPr>
                </a:tc>
                <a:tc>
                  <a:txBody>
                    <a:bodyPr/>
                    <a:lstStyle/>
                    <a:p>
                      <a:r>
                        <a:rPr lang="en-US" sz="1000" b="0" strike="noStrike" dirty="0">
                          <a:effectLst/>
                        </a:rPr>
                        <a:t>09-05-26</a:t>
                      </a:r>
                    </a:p>
                  </a:txBody>
                  <a:tcPr>
                    <a:solidFill>
                      <a:srgbClr val="FF7C80"/>
                    </a:solidFill>
                  </a:tcPr>
                </a:tc>
                <a:tc>
                  <a:txBody>
                    <a:bodyPr/>
                    <a:lstStyle/>
                    <a:p>
                      <a:r>
                        <a:rPr lang="en-US" sz="1000" b="0" strike="noStrike" dirty="0">
                          <a:effectLst/>
                        </a:rPr>
                        <a:t>28-06-26</a:t>
                      </a:r>
                    </a:p>
                  </a:txBody>
                  <a:tcPr>
                    <a:solidFill>
                      <a:srgbClr val="FF7C80"/>
                    </a:solidFill>
                  </a:tcPr>
                </a:tc>
                <a:tc>
                  <a:txBody>
                    <a:bodyPr/>
                    <a:lstStyle/>
                    <a:p>
                      <a:pPr algn="ctr"/>
                      <a:r>
                        <a:rPr lang="en-US" sz="1000" b="0" strike="noStrike" dirty="0">
                          <a:effectLst/>
                        </a:rPr>
                        <a:t>NO</a:t>
                      </a:r>
                    </a:p>
                  </a:txBody>
                  <a:tcPr>
                    <a:solidFill>
                      <a:srgbClr val="FF7C80"/>
                    </a:solidFill>
                  </a:tcPr>
                </a:tc>
                <a:tc>
                  <a:txBody>
                    <a:bodyPr/>
                    <a:lstStyle/>
                    <a:p>
                      <a:pPr algn="just"/>
                      <a:r>
                        <a:rPr lang="en-US" sz="1000" b="0" strike="noStrike" baseline="0" dirty="0">
                          <a:effectLst/>
                        </a:rPr>
                        <a:t>  20 g was shipped on 27-08-2026 and ~ 25 g is in hand</a:t>
                      </a:r>
                      <a:endParaRPr lang="en-US" sz="1000" b="0" strike="noStrike" dirty="0">
                        <a:effectLst/>
                      </a:endParaRPr>
                    </a:p>
                  </a:txBody>
                  <a:tcPr>
                    <a:solidFill>
                      <a:srgbClr val="FF7C80"/>
                    </a:solidFill>
                  </a:tcPr>
                </a:tc>
                <a:extLst>
                  <a:ext uri="{0D108BD9-81ED-4DB2-BD59-A6C34878D82A}">
                    <a16:rowId xmlns:a16="http://schemas.microsoft.com/office/drawing/2014/main" val="10005"/>
                  </a:ext>
                </a:extLst>
              </a:tr>
              <a:tr h="775552">
                <a:tc>
                  <a:txBody>
                    <a:bodyPr/>
                    <a:lstStyle/>
                    <a:p>
                      <a:r>
                        <a:rPr lang="en-US" sz="1000" b="1" dirty="0">
                          <a:solidFill>
                            <a:schemeClr val="tx1"/>
                          </a:solidFill>
                          <a:effectLst/>
                        </a:rPr>
                        <a:t>5</a:t>
                      </a:r>
                    </a:p>
                  </a:txBody>
                  <a:tcPr>
                    <a:solidFill>
                      <a:srgbClr val="92D050"/>
                    </a:solidFill>
                  </a:tcPr>
                </a:tc>
                <a:tc>
                  <a:txBody>
                    <a:bodyPr/>
                    <a:lstStyle/>
                    <a:p>
                      <a:pPr algn="ctr"/>
                      <a:r>
                        <a:rPr lang="en-US" sz="1000" dirty="0">
                          <a:effectLst/>
                        </a:rPr>
                        <a:t>CK05R</a:t>
                      </a:r>
                    </a:p>
                    <a:p>
                      <a:pPr algn="ctr"/>
                      <a:endParaRPr lang="en-US" sz="1000" dirty="0">
                        <a:effectLst/>
                      </a:endParaRPr>
                    </a:p>
                    <a:p>
                      <a:pPr algn="ctr"/>
                      <a:endParaRPr lang="en-US" sz="1000" dirty="0">
                        <a:effectLst/>
                      </a:endParaRPr>
                    </a:p>
                    <a:p>
                      <a:pPr algn="ctr"/>
                      <a:endParaRPr lang="en-US" sz="1000" dirty="0">
                        <a:effectLst/>
                      </a:endParaRPr>
                    </a:p>
                  </a:txBody>
                  <a:tcPr>
                    <a:solidFill>
                      <a:srgbClr val="92D050"/>
                    </a:solidFill>
                  </a:tcPr>
                </a:tc>
                <a:tc>
                  <a:txBody>
                    <a:bodyPr/>
                    <a:lstStyle/>
                    <a:p>
                      <a:endParaRPr lang="en-US" sz="1000" dirty="0">
                        <a:effectLst/>
                      </a:endParaRPr>
                    </a:p>
                  </a:txBody>
                  <a:tcPr>
                    <a:solidFill>
                      <a:srgbClr val="92D050"/>
                    </a:solidFill>
                  </a:tcPr>
                </a:tc>
                <a:tc>
                  <a:txBody>
                    <a:bodyPr/>
                    <a:lstStyle/>
                    <a:p>
                      <a:pPr algn="ctr"/>
                      <a:r>
                        <a:rPr lang="en-US" sz="1000" dirty="0">
                          <a:effectLst/>
                        </a:rPr>
                        <a:t>Leader A</a:t>
                      </a:r>
                    </a:p>
                  </a:txBody>
                  <a:tcPr>
                    <a:solidFill>
                      <a:srgbClr val="92D050"/>
                    </a:solidFill>
                  </a:tcPr>
                </a:tc>
                <a:tc>
                  <a:txBody>
                    <a:bodyPr/>
                    <a:lstStyle/>
                    <a:p>
                      <a:r>
                        <a:rPr lang="en-US" sz="1000" dirty="0">
                          <a:effectLst/>
                        </a:rPr>
                        <a:t>200</a:t>
                      </a:r>
                      <a:r>
                        <a:rPr lang="en-US" sz="1000" baseline="0" dirty="0">
                          <a:effectLst/>
                        </a:rPr>
                        <a:t> </a:t>
                      </a:r>
                      <a:r>
                        <a:rPr lang="en-US" sz="1000" dirty="0">
                          <a:effectLst/>
                        </a:rPr>
                        <a:t>g</a:t>
                      </a:r>
                    </a:p>
                  </a:txBody>
                  <a:tcPr>
                    <a:solidFill>
                      <a:srgbClr val="92D050"/>
                    </a:solidFill>
                  </a:tcPr>
                </a:tc>
                <a:tc>
                  <a:txBody>
                    <a:bodyPr/>
                    <a:lstStyle/>
                    <a:p>
                      <a:r>
                        <a:rPr lang="en-US" sz="1000" dirty="0">
                          <a:effectLst/>
                        </a:rPr>
                        <a:t>1-04-26</a:t>
                      </a:r>
                    </a:p>
                  </a:txBody>
                  <a:tcPr>
                    <a:solidFill>
                      <a:srgbClr val="92D050"/>
                    </a:solidFill>
                  </a:tcPr>
                </a:tc>
                <a:tc>
                  <a:txBody>
                    <a:bodyPr/>
                    <a:lstStyle/>
                    <a:p>
                      <a:r>
                        <a:rPr lang="en-US" sz="1000" dirty="0">
                          <a:effectLst/>
                        </a:rPr>
                        <a:t>02-09-26</a:t>
                      </a:r>
                    </a:p>
                  </a:txBody>
                  <a:tcPr>
                    <a:solidFill>
                      <a:srgbClr val="92D050"/>
                    </a:solidFill>
                  </a:tcPr>
                </a:tc>
                <a:tc>
                  <a:txBody>
                    <a:bodyPr/>
                    <a:lstStyle/>
                    <a:p>
                      <a:pPr algn="ctr"/>
                      <a:r>
                        <a:rPr lang="en-US" sz="1000" dirty="0">
                          <a:effectLst/>
                        </a:rPr>
                        <a:t>Yes</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effectLst/>
                        </a:rPr>
                        <a:t>We have started the working on new scheme</a:t>
                      </a:r>
                      <a:r>
                        <a:rPr lang="en-US" sz="1000" baseline="0" dirty="0">
                          <a:effectLst/>
                        </a:rPr>
                        <a:t> and final compound </a:t>
                      </a:r>
                      <a:r>
                        <a:rPr lang="en-US" sz="1000" baseline="0">
                          <a:effectLst/>
                        </a:rPr>
                        <a:t>was confirmed</a:t>
                      </a:r>
                      <a:r>
                        <a:rPr lang="en-US" sz="1000" baseline="0" dirty="0">
                          <a:effectLst/>
                        </a:rPr>
                        <a:t>.</a:t>
                      </a:r>
                      <a:endParaRPr lang="en-US" sz="1000" dirty="0">
                        <a:effectLst/>
                      </a:endParaRPr>
                    </a:p>
                  </a:txBody>
                  <a:tcPr>
                    <a:solidFill>
                      <a:srgbClr val="92D050"/>
                    </a:solidFill>
                  </a:tcPr>
                </a:tc>
                <a:extLst>
                  <a:ext uri="{0D108BD9-81ED-4DB2-BD59-A6C34878D82A}">
                    <a16:rowId xmlns:a16="http://schemas.microsoft.com/office/drawing/2014/main" val="10007"/>
                  </a:ext>
                </a:extLst>
              </a:tr>
              <a:tr h="775552">
                <a:tc>
                  <a:txBody>
                    <a:bodyPr/>
                    <a:lstStyle/>
                    <a:p>
                      <a:r>
                        <a:rPr lang="en-US" sz="1000" b="1" dirty="0">
                          <a:solidFill>
                            <a:schemeClr val="tx1"/>
                          </a:solidFill>
                          <a:effectLst/>
                        </a:rPr>
                        <a:t>6</a:t>
                      </a:r>
                    </a:p>
                  </a:txBody>
                  <a:tcPr>
                    <a:solidFill>
                      <a:srgbClr val="92D050"/>
                    </a:solidFill>
                  </a:tcPr>
                </a:tc>
                <a:tc>
                  <a:txBody>
                    <a:bodyPr/>
                    <a:lstStyle/>
                    <a:p>
                      <a:pPr algn="ctr"/>
                      <a:r>
                        <a:rPr lang="en-US" sz="1000" dirty="0">
                          <a:effectLst/>
                        </a:rPr>
                        <a:t>A2NSQ</a:t>
                      </a:r>
                    </a:p>
                    <a:p>
                      <a:pPr algn="ctr"/>
                      <a:endParaRPr lang="en-US" sz="1000" dirty="0">
                        <a:effectLst/>
                      </a:endParaRPr>
                    </a:p>
                    <a:p>
                      <a:pPr algn="ctr"/>
                      <a:endParaRPr lang="en-US" sz="1000" dirty="0">
                        <a:effectLst/>
                      </a:endParaRPr>
                    </a:p>
                  </a:txBody>
                  <a:tcPr>
                    <a:solidFill>
                      <a:srgbClr val="92D050"/>
                    </a:solidFill>
                  </a:tcPr>
                </a:tc>
                <a:tc>
                  <a:txBody>
                    <a:bodyPr/>
                    <a:lstStyle/>
                    <a:p>
                      <a:endParaRPr lang="en-US" sz="1000" dirty="0">
                        <a:effectLst/>
                      </a:endParaRPr>
                    </a:p>
                  </a:txBody>
                  <a:tcPr>
                    <a:solidFill>
                      <a:srgbClr val="92D050"/>
                    </a:solidFill>
                  </a:tcPr>
                </a:tc>
                <a:tc>
                  <a:txBody>
                    <a:bodyPr/>
                    <a:lstStyle/>
                    <a:p>
                      <a:pPr algn="ctr"/>
                      <a:r>
                        <a:rPr lang="en-US" sz="1000" dirty="0">
                          <a:effectLst/>
                        </a:rPr>
                        <a:t>Leader B</a:t>
                      </a:r>
                    </a:p>
                  </a:txBody>
                  <a:tcPr>
                    <a:solidFill>
                      <a:srgbClr val="92D050"/>
                    </a:solidFill>
                  </a:tcPr>
                </a:tc>
                <a:tc>
                  <a:txBody>
                    <a:bodyPr/>
                    <a:lstStyle/>
                    <a:p>
                      <a:r>
                        <a:rPr lang="en-US" sz="1000" dirty="0">
                          <a:effectLst/>
                        </a:rPr>
                        <a:t>200</a:t>
                      </a:r>
                      <a:r>
                        <a:rPr lang="en-US" sz="1000" baseline="0" dirty="0">
                          <a:effectLst/>
                        </a:rPr>
                        <a:t> </a:t>
                      </a:r>
                      <a:r>
                        <a:rPr lang="en-US" sz="1000" dirty="0">
                          <a:effectLst/>
                        </a:rPr>
                        <a:t>g</a:t>
                      </a:r>
                    </a:p>
                  </a:txBody>
                  <a:tcPr>
                    <a:solidFill>
                      <a:srgbClr val="92D050"/>
                    </a:solidFill>
                  </a:tcPr>
                </a:tc>
                <a:tc>
                  <a:txBody>
                    <a:bodyPr/>
                    <a:lstStyle/>
                    <a:p>
                      <a:r>
                        <a:rPr lang="en-US" sz="1000" dirty="0">
                          <a:effectLst/>
                        </a:rPr>
                        <a:t>1-04-26</a:t>
                      </a:r>
                    </a:p>
                  </a:txBody>
                  <a:tcPr>
                    <a:solidFill>
                      <a:srgbClr val="92D050"/>
                    </a:solidFill>
                  </a:tcPr>
                </a:tc>
                <a:tc>
                  <a:txBody>
                    <a:bodyPr/>
                    <a:lstStyle/>
                    <a:p>
                      <a:r>
                        <a:rPr lang="en-US" sz="1000" dirty="0">
                          <a:effectLst/>
                        </a:rPr>
                        <a:t>02-09-26</a:t>
                      </a:r>
                    </a:p>
                  </a:txBody>
                  <a:tcPr>
                    <a:solidFill>
                      <a:srgbClr val="92D050"/>
                    </a:solidFill>
                  </a:tcPr>
                </a:tc>
                <a:tc>
                  <a:txBody>
                    <a:bodyPr/>
                    <a:lstStyle/>
                    <a:p>
                      <a:pPr algn="ctr"/>
                      <a:r>
                        <a:rPr lang="en-US" sz="1000" dirty="0">
                          <a:effectLst/>
                        </a:rPr>
                        <a:t>Yes</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effectLst/>
                        </a:rPr>
                        <a:t>We</a:t>
                      </a:r>
                      <a:r>
                        <a:rPr lang="en-US" sz="1000" baseline="0" dirty="0">
                          <a:effectLst/>
                        </a:rPr>
                        <a:t> are working on final stage,  to improve yields.</a:t>
                      </a:r>
                      <a:endParaRPr lang="en-US" sz="1000" dirty="0">
                        <a:effectLst/>
                      </a:endParaRPr>
                    </a:p>
                  </a:txBody>
                  <a:tcPr>
                    <a:solidFill>
                      <a:srgbClr val="92D050"/>
                    </a:solidFill>
                  </a:tcPr>
                </a:tc>
                <a:extLst>
                  <a:ext uri="{0D108BD9-81ED-4DB2-BD59-A6C34878D82A}">
                    <a16:rowId xmlns:a16="http://schemas.microsoft.com/office/drawing/2014/main" val="806391645"/>
                  </a:ext>
                </a:extLst>
              </a:tr>
              <a:tr h="775552">
                <a:tc>
                  <a:txBody>
                    <a:bodyPr/>
                    <a:lstStyle/>
                    <a:p>
                      <a:r>
                        <a:rPr lang="en-US" sz="1000" b="1" dirty="0">
                          <a:solidFill>
                            <a:schemeClr val="tx1"/>
                          </a:solidFill>
                          <a:effectLst/>
                        </a:rPr>
                        <a:t>7</a:t>
                      </a:r>
                    </a:p>
                  </a:txBody>
                  <a:tcPr>
                    <a:solidFill>
                      <a:srgbClr val="92D050"/>
                    </a:solidFill>
                  </a:tcPr>
                </a:tc>
                <a:tc>
                  <a:txBody>
                    <a:bodyPr/>
                    <a:lstStyle/>
                    <a:p>
                      <a:pPr algn="ctr"/>
                      <a:r>
                        <a:rPr lang="en-US" sz="1000" dirty="0">
                          <a:effectLst/>
                        </a:rPr>
                        <a:t>BG5JD</a:t>
                      </a:r>
                    </a:p>
                    <a:p>
                      <a:pPr algn="ctr"/>
                      <a:endParaRPr lang="en-US" sz="1000" dirty="0">
                        <a:effectLst/>
                      </a:endParaRPr>
                    </a:p>
                    <a:p>
                      <a:pPr algn="ctr"/>
                      <a:endParaRPr lang="en-US" sz="1000" dirty="0">
                        <a:effectLst/>
                      </a:endParaRPr>
                    </a:p>
                    <a:p>
                      <a:pPr algn="ctr"/>
                      <a:endParaRPr lang="en-US" sz="1000" dirty="0">
                        <a:effectLst/>
                      </a:endParaRPr>
                    </a:p>
                    <a:p>
                      <a:pPr algn="ctr"/>
                      <a:endParaRPr lang="en-US" sz="1000" dirty="0">
                        <a:effectLst/>
                      </a:endParaRPr>
                    </a:p>
                    <a:p>
                      <a:pPr algn="ctr"/>
                      <a:endParaRPr lang="en-US" sz="1000" dirty="0">
                        <a:effectLst/>
                      </a:endParaRPr>
                    </a:p>
                    <a:p>
                      <a:pPr algn="ctr"/>
                      <a:endParaRPr lang="en-US" sz="1000" dirty="0">
                        <a:effectLst/>
                      </a:endParaRPr>
                    </a:p>
                  </a:txBody>
                  <a:tcPr>
                    <a:solidFill>
                      <a:srgbClr val="92D050"/>
                    </a:solidFill>
                  </a:tcPr>
                </a:tc>
                <a:tc>
                  <a:txBody>
                    <a:bodyPr/>
                    <a:lstStyle/>
                    <a:p>
                      <a:endParaRPr lang="en-US" sz="1000" dirty="0">
                        <a:effectLst/>
                      </a:endParaRPr>
                    </a:p>
                  </a:txBody>
                  <a:tcPr>
                    <a:solidFill>
                      <a:srgbClr val="92D050"/>
                    </a:solidFill>
                  </a:tcPr>
                </a:tc>
                <a:tc>
                  <a:txBody>
                    <a:bodyPr/>
                    <a:lstStyle/>
                    <a:p>
                      <a:pPr algn="ctr"/>
                      <a:r>
                        <a:rPr lang="en-US" sz="1000" dirty="0">
                          <a:effectLst/>
                        </a:rPr>
                        <a:t>Leader A</a:t>
                      </a:r>
                    </a:p>
                  </a:txBody>
                  <a:tcPr>
                    <a:solidFill>
                      <a:srgbClr val="92D050"/>
                    </a:solidFill>
                  </a:tcPr>
                </a:tc>
                <a:tc>
                  <a:txBody>
                    <a:bodyPr/>
                    <a:lstStyle/>
                    <a:p>
                      <a:r>
                        <a:rPr lang="en-US" sz="1000" dirty="0">
                          <a:effectLst/>
                        </a:rPr>
                        <a:t>500 g</a:t>
                      </a:r>
                    </a:p>
                  </a:txBody>
                  <a:tcPr>
                    <a:solidFill>
                      <a:srgbClr val="92D050"/>
                    </a:solidFill>
                  </a:tcPr>
                </a:tc>
                <a:tc>
                  <a:txBody>
                    <a:bodyPr/>
                    <a:lstStyle/>
                    <a:p>
                      <a:r>
                        <a:rPr lang="en-US" sz="1000" dirty="0">
                          <a:effectLst/>
                        </a:rPr>
                        <a:t>28-08-26</a:t>
                      </a:r>
                    </a:p>
                  </a:txBody>
                  <a:tcPr>
                    <a:solidFill>
                      <a:srgbClr val="92D050"/>
                    </a:solidFill>
                  </a:tcPr>
                </a:tc>
                <a:tc>
                  <a:txBody>
                    <a:bodyPr/>
                    <a:lstStyle/>
                    <a:p>
                      <a:r>
                        <a:rPr lang="en-US" sz="1000" dirty="0">
                          <a:effectLst/>
                        </a:rPr>
                        <a:t>30-10-26</a:t>
                      </a:r>
                    </a:p>
                  </a:txBody>
                  <a:tcPr>
                    <a:solidFill>
                      <a:srgbClr val="92D050"/>
                    </a:solidFill>
                  </a:tcPr>
                </a:tc>
                <a:tc>
                  <a:txBody>
                    <a:bodyPr/>
                    <a:lstStyle/>
                    <a:p>
                      <a:pPr algn="ctr"/>
                      <a:r>
                        <a:rPr lang="en-US" sz="1000" dirty="0">
                          <a:effectLst/>
                        </a:rPr>
                        <a:t>Yes</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effectLst/>
                        </a:rPr>
                        <a:t>Raw materials were</a:t>
                      </a:r>
                      <a:r>
                        <a:rPr lang="en-US" sz="1000" baseline="0" dirty="0">
                          <a:effectLst/>
                        </a:rPr>
                        <a:t> ordered.</a:t>
                      </a:r>
                      <a:endParaRPr lang="en-US" sz="1000" dirty="0">
                        <a:effectLst/>
                      </a:endParaRPr>
                    </a:p>
                  </a:txBody>
                  <a:tcPr>
                    <a:solidFill>
                      <a:srgbClr val="92D050"/>
                    </a:solidFill>
                  </a:tcPr>
                </a:tc>
                <a:extLst>
                  <a:ext uri="{0D108BD9-81ED-4DB2-BD59-A6C34878D82A}">
                    <a16:rowId xmlns:a16="http://schemas.microsoft.com/office/drawing/2014/main" val="2194625555"/>
                  </a:ext>
                </a:extLst>
              </a:tr>
            </a:tbl>
          </a:graphicData>
        </a:graphic>
      </p:graphicFrame>
      <p:sp>
        <p:nvSpPr>
          <p:cNvPr id="5449735" name="Rectangle 7"/>
          <p:cNvSpPr>
            <a:spLocks noChangeArrowheads="1"/>
          </p:cNvSpPr>
          <p:nvPr/>
        </p:nvSpPr>
        <p:spPr bwMode="auto">
          <a:xfrm>
            <a:off x="1" y="0"/>
            <a:ext cx="184731" cy="369332"/>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4" name="Oval 3">
            <a:extLst>
              <a:ext uri="{FF2B5EF4-FFF2-40B4-BE49-F238E27FC236}">
                <a16:creationId xmlns:a16="http://schemas.microsoft.com/office/drawing/2014/main" id="{13BB2A40-F810-1788-16E7-D2E823C3933E}"/>
              </a:ext>
            </a:extLst>
          </p:cNvPr>
          <p:cNvSpPr/>
          <p:nvPr/>
        </p:nvSpPr>
        <p:spPr>
          <a:xfrm>
            <a:off x="1943996" y="574353"/>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544BDD37-913C-B0D2-FEA8-3240D818080D}"/>
              </a:ext>
            </a:extLst>
          </p:cNvPr>
          <p:cNvSpPr/>
          <p:nvPr/>
        </p:nvSpPr>
        <p:spPr>
          <a:xfrm>
            <a:off x="1887743" y="1207676"/>
            <a:ext cx="493506" cy="3810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Parallelogram 5">
            <a:extLst>
              <a:ext uri="{FF2B5EF4-FFF2-40B4-BE49-F238E27FC236}">
                <a16:creationId xmlns:a16="http://schemas.microsoft.com/office/drawing/2014/main" id="{AC1F86A7-D75F-15F0-2A65-729E895AB145}"/>
              </a:ext>
            </a:extLst>
          </p:cNvPr>
          <p:cNvSpPr/>
          <p:nvPr/>
        </p:nvSpPr>
        <p:spPr>
          <a:xfrm>
            <a:off x="1982993" y="1941327"/>
            <a:ext cx="303006" cy="228600"/>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Pentagon 6">
            <a:extLst>
              <a:ext uri="{FF2B5EF4-FFF2-40B4-BE49-F238E27FC236}">
                <a16:creationId xmlns:a16="http://schemas.microsoft.com/office/drawing/2014/main" id="{5B1F6DA6-EF3C-6487-BF3D-6A733729CAC9}"/>
              </a:ext>
            </a:extLst>
          </p:cNvPr>
          <p:cNvSpPr/>
          <p:nvPr/>
        </p:nvSpPr>
        <p:spPr>
          <a:xfrm>
            <a:off x="1982993" y="2425058"/>
            <a:ext cx="303007" cy="258960"/>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Hexagon 7">
            <a:extLst>
              <a:ext uri="{FF2B5EF4-FFF2-40B4-BE49-F238E27FC236}">
                <a16:creationId xmlns:a16="http://schemas.microsoft.com/office/drawing/2014/main" id="{1AC68DDF-456F-91CF-6699-6E2137020F4A}"/>
              </a:ext>
            </a:extLst>
          </p:cNvPr>
          <p:cNvSpPr/>
          <p:nvPr/>
        </p:nvSpPr>
        <p:spPr>
          <a:xfrm>
            <a:off x="1849643" y="2939149"/>
            <a:ext cx="531606" cy="458023"/>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ross 8">
            <a:extLst>
              <a:ext uri="{FF2B5EF4-FFF2-40B4-BE49-F238E27FC236}">
                <a16:creationId xmlns:a16="http://schemas.microsoft.com/office/drawing/2014/main" id="{8F983E6B-CA67-53EF-F468-0E218757E964}"/>
              </a:ext>
            </a:extLst>
          </p:cNvPr>
          <p:cNvSpPr/>
          <p:nvPr/>
        </p:nvSpPr>
        <p:spPr>
          <a:xfrm>
            <a:off x="1935368" y="3748157"/>
            <a:ext cx="398256" cy="381000"/>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ylinder 9">
            <a:extLst>
              <a:ext uri="{FF2B5EF4-FFF2-40B4-BE49-F238E27FC236}">
                <a16:creationId xmlns:a16="http://schemas.microsoft.com/office/drawing/2014/main" id="{2D1A090D-00CA-8681-6FF5-7589E9477E68}"/>
              </a:ext>
            </a:extLst>
          </p:cNvPr>
          <p:cNvSpPr/>
          <p:nvPr/>
        </p:nvSpPr>
        <p:spPr>
          <a:xfrm>
            <a:off x="1982993" y="4651811"/>
            <a:ext cx="303006" cy="429915"/>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3532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3</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9269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0" y="3284984"/>
            <a:ext cx="9144000" cy="335156"/>
          </a:xfrm>
          <a:prstGeom prst="rect">
            <a:avLst/>
          </a:prstGeom>
        </p:spPr>
        <p:txBody>
          <a:bodyPr wrap="square">
            <a:spAutoFit/>
          </a:bodyPr>
          <a:lstStyle/>
          <a:p>
            <a:pPr>
              <a:lnSpc>
                <a:spcPct val="150000"/>
              </a:lnSpc>
              <a:spcAft>
                <a:spcPts val="600"/>
              </a:spcAft>
            </a:pPr>
            <a:r>
              <a:rPr lang="en-US" sz="1200" dirty="0">
                <a:solidFill>
                  <a:srgbClr val="0000FF"/>
                </a:solidFill>
              </a:rPr>
              <a:t>--------------------------------------------------------------------------------------------------------------------------------------------------------------------------------</a:t>
            </a:r>
          </a:p>
        </p:txBody>
      </p: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2" name="Rectangle 11"/>
          <p:cNvSpPr/>
          <p:nvPr/>
        </p:nvSpPr>
        <p:spPr>
          <a:xfrm>
            <a:off x="107504" y="3628762"/>
            <a:ext cx="8820472" cy="1759328"/>
          </a:xfrm>
          <a:prstGeom prst="rect">
            <a:avLst/>
          </a:prstGeom>
        </p:spPr>
        <p:txBody>
          <a:bodyPr wrap="square">
            <a:spAutoFit/>
          </a:bodyPr>
          <a:lstStyle/>
          <a:p>
            <a:pPr algn="just">
              <a:lnSpc>
                <a:spcPct val="150000"/>
              </a:lnSpc>
              <a:spcAft>
                <a:spcPts val="600"/>
              </a:spcAft>
            </a:pPr>
            <a:r>
              <a:rPr lang="en-US" sz="1200" b="1" i="1" u="sng" dirty="0"/>
              <a:t>Overview</a:t>
            </a:r>
            <a:r>
              <a:rPr lang="en-US" sz="1200" dirty="0"/>
              <a:t>:.</a:t>
            </a:r>
          </a:p>
          <a:p>
            <a:pPr marL="228600" indent="-228600" algn="just">
              <a:lnSpc>
                <a:spcPts val="1600"/>
              </a:lnSpc>
              <a:spcAft>
                <a:spcPts val="800"/>
              </a:spcAft>
              <a:buFont typeface="+mj-lt"/>
              <a:buAutoNum type="arabicPeriod"/>
            </a:pPr>
            <a:r>
              <a:rPr lang="en-US" sz="1050" dirty="0">
                <a:latin typeface="Arial" pitchFamily="34" charset="0"/>
                <a:cs typeface="Arial" pitchFamily="34" charset="0"/>
              </a:rPr>
              <a:t>1.2 kg of final stage compound was prepared, and COA for 1 kg has been shared.</a:t>
            </a:r>
          </a:p>
          <a:p>
            <a:pPr marL="228600" indent="-228600" algn="just">
              <a:lnSpc>
                <a:spcPts val="1600"/>
              </a:lnSpc>
              <a:spcAft>
                <a:spcPts val="800"/>
              </a:spcAft>
              <a:buFont typeface="+mj-lt"/>
              <a:buAutoNum type="arabicPeriod"/>
            </a:pPr>
            <a:r>
              <a:rPr lang="en-US" sz="1050" dirty="0">
                <a:latin typeface="Arial" pitchFamily="34" charset="0"/>
                <a:cs typeface="Arial" pitchFamily="34" charset="0"/>
              </a:rPr>
              <a:t> We have shipped 2 g of stage 1 compound, 2 g stage 2 compound and 2 g of final stage compound.</a:t>
            </a:r>
          </a:p>
          <a:p>
            <a:pPr marL="228600" indent="-228600" algn="just">
              <a:lnSpc>
                <a:spcPts val="1600"/>
              </a:lnSpc>
              <a:spcAft>
                <a:spcPts val="800"/>
              </a:spcAft>
              <a:buFont typeface="+mj-lt"/>
              <a:buAutoNum type="arabicPeriod"/>
            </a:pPr>
            <a:r>
              <a:rPr lang="en-US" sz="1050" dirty="0">
                <a:solidFill>
                  <a:srgbClr val="0000FF"/>
                </a:solidFill>
                <a:latin typeface="Arial" pitchFamily="34" charset="0"/>
                <a:cs typeface="Arial" pitchFamily="34" charset="0"/>
              </a:rPr>
              <a:t> </a:t>
            </a:r>
            <a:r>
              <a:rPr lang="en-US" sz="1050" b="1" dirty="0">
                <a:solidFill>
                  <a:srgbClr val="FF0000"/>
                </a:solidFill>
                <a:latin typeface="Arial" pitchFamily="34" charset="0"/>
                <a:cs typeface="Arial" pitchFamily="34" charset="0"/>
              </a:rPr>
              <a:t>Waiting for customer feed back on the three samples.</a:t>
            </a:r>
          </a:p>
          <a:p>
            <a:pPr marL="228600" indent="-228600" algn="just">
              <a:lnSpc>
                <a:spcPts val="1600"/>
              </a:lnSpc>
              <a:spcAft>
                <a:spcPts val="800"/>
              </a:spcAft>
              <a:buFont typeface="+mj-lt"/>
              <a:buAutoNum type="arabicPeriod"/>
            </a:pPr>
            <a:r>
              <a:rPr lang="en-US" sz="1050" b="1" dirty="0">
                <a:solidFill>
                  <a:srgbClr val="0000FF"/>
                </a:solidFill>
                <a:latin typeface="Arial" pitchFamily="34" charset="0"/>
                <a:cs typeface="Arial" pitchFamily="34" charset="0"/>
              </a:rPr>
              <a:t> </a:t>
            </a:r>
            <a:r>
              <a:rPr lang="en-US" sz="1050" dirty="0">
                <a:solidFill>
                  <a:srgbClr val="0000FF"/>
                </a:solidFill>
                <a:latin typeface="Arial" pitchFamily="34" charset="0"/>
                <a:cs typeface="Arial" pitchFamily="34" charset="0"/>
              </a:rPr>
              <a:t>20 g of final stage compound was converted to its free base and got 11.5 g with 96 % purity by HPLC and conformed by HNMR and 10 g sample was shipped.</a:t>
            </a:r>
            <a:endParaRPr lang="en-US" sz="1050" b="1" dirty="0">
              <a:solidFill>
                <a:srgbClr val="0000FF"/>
              </a:solidFill>
              <a:latin typeface="Arial" pitchFamily="34" charset="0"/>
              <a:cs typeface="Arial" pitchFamily="34" charset="0"/>
            </a:endParaRPr>
          </a:p>
        </p:txBody>
      </p:sp>
      <p:sp>
        <p:nvSpPr>
          <p:cNvPr id="2" name="TextBox 1">
            <a:extLst>
              <a:ext uri="{FF2B5EF4-FFF2-40B4-BE49-F238E27FC236}">
                <a16:creationId xmlns:a16="http://schemas.microsoft.com/office/drawing/2014/main" id="{686442BE-089E-58E9-49A6-1AE4857CD6B7}"/>
              </a:ext>
            </a:extLst>
          </p:cNvPr>
          <p:cNvSpPr txBox="1"/>
          <p:nvPr/>
        </p:nvSpPr>
        <p:spPr>
          <a:xfrm>
            <a:off x="0" y="66675"/>
            <a:ext cx="2590800" cy="369332"/>
          </a:xfrm>
          <a:prstGeom prst="rect">
            <a:avLst/>
          </a:prstGeom>
          <a:noFill/>
        </p:spPr>
        <p:txBody>
          <a:bodyPr wrap="square" rtlCol="0">
            <a:spAutoFit/>
          </a:bodyPr>
          <a:lstStyle/>
          <a:p>
            <a:r>
              <a:rPr lang="en-IN" dirty="0"/>
              <a:t>Project: A11CF</a:t>
            </a:r>
          </a:p>
        </p:txBody>
      </p:sp>
      <p:sp>
        <p:nvSpPr>
          <p:cNvPr id="3" name="TextBox 2">
            <a:extLst>
              <a:ext uri="{FF2B5EF4-FFF2-40B4-BE49-F238E27FC236}">
                <a16:creationId xmlns:a16="http://schemas.microsoft.com/office/drawing/2014/main" id="{45C88565-9EE1-332A-DD5A-C3F53B593EA9}"/>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5" name="Oval 4">
            <a:extLst>
              <a:ext uri="{FF2B5EF4-FFF2-40B4-BE49-F238E27FC236}">
                <a16:creationId xmlns:a16="http://schemas.microsoft.com/office/drawing/2014/main" id="{81884542-1ED5-5CE1-78EF-19EDA1117310}"/>
              </a:ext>
            </a:extLst>
          </p:cNvPr>
          <p:cNvSpPr/>
          <p:nvPr/>
        </p:nvSpPr>
        <p:spPr>
          <a:xfrm>
            <a:off x="2590800" y="1653064"/>
            <a:ext cx="1295400" cy="11282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8698008"/>
      </p:ext>
    </p:extLst>
  </p:cSld>
  <p:clrMapOvr>
    <a:masterClrMapping/>
  </p:clrMapOvr>
  <p:transition advTm="53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4</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9269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0" y="3573016"/>
            <a:ext cx="9144000" cy="335156"/>
          </a:xfrm>
          <a:prstGeom prst="rect">
            <a:avLst/>
          </a:prstGeom>
        </p:spPr>
        <p:txBody>
          <a:bodyPr wrap="square">
            <a:spAutoFit/>
          </a:bodyPr>
          <a:lstStyle/>
          <a:p>
            <a:pPr>
              <a:lnSpc>
                <a:spcPct val="150000"/>
              </a:lnSpc>
              <a:spcAft>
                <a:spcPts val="600"/>
              </a:spcAft>
            </a:pPr>
            <a:r>
              <a:rPr lang="en-US" sz="1200" dirty="0">
                <a:solidFill>
                  <a:srgbClr val="0000FF"/>
                </a:solidFill>
              </a:rPr>
              <a:t>--------------------------------------------------------------------------------------------------------------------------------------------------------------------------------</a:t>
            </a:r>
          </a:p>
        </p:txBody>
      </p: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6" name="Rectangle 15"/>
          <p:cNvSpPr/>
          <p:nvPr/>
        </p:nvSpPr>
        <p:spPr>
          <a:xfrm>
            <a:off x="152400" y="4429827"/>
            <a:ext cx="8879359" cy="616836"/>
          </a:xfrm>
          <a:prstGeom prst="rect">
            <a:avLst/>
          </a:prstGeom>
        </p:spPr>
        <p:txBody>
          <a:bodyPr wrap="square">
            <a:spAutoFit/>
          </a:bodyPr>
          <a:lstStyle/>
          <a:p>
            <a:pPr>
              <a:lnSpc>
                <a:spcPct val="150000"/>
              </a:lnSpc>
              <a:spcAft>
                <a:spcPts val="600"/>
              </a:spcAft>
            </a:pPr>
            <a:r>
              <a:rPr lang="en-US" sz="1050" b="1" i="1" u="sng" dirty="0"/>
              <a:t>Overview</a:t>
            </a:r>
            <a:r>
              <a:rPr lang="en-US" sz="1050" dirty="0"/>
              <a:t>:</a:t>
            </a:r>
            <a:endParaRPr lang="en-US" sz="1100" b="1" dirty="0">
              <a:solidFill>
                <a:srgbClr val="0000FF"/>
              </a:solidFill>
            </a:endParaRPr>
          </a:p>
          <a:p>
            <a:pPr marL="228600" indent="-228600" algn="just">
              <a:lnSpc>
                <a:spcPts val="1600"/>
              </a:lnSpc>
              <a:spcAft>
                <a:spcPts val="800"/>
              </a:spcAft>
              <a:buFont typeface="+mj-lt"/>
              <a:buAutoNum type="arabicPeriod"/>
            </a:pPr>
            <a:r>
              <a:rPr lang="en-US" sz="1050" dirty="0">
                <a:solidFill>
                  <a:srgbClr val="0000FF"/>
                </a:solidFill>
              </a:rPr>
              <a:t>45 g of stage 3 compound was prepared and 20 g was shipped on 28-08-2026.</a:t>
            </a:r>
          </a:p>
        </p:txBody>
      </p:sp>
      <p:sp>
        <p:nvSpPr>
          <p:cNvPr id="5" name="TextBox 4">
            <a:extLst>
              <a:ext uri="{FF2B5EF4-FFF2-40B4-BE49-F238E27FC236}">
                <a16:creationId xmlns:a16="http://schemas.microsoft.com/office/drawing/2014/main" id="{ED96CB77-A31E-C079-2E33-7255A4AF3867}"/>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7" name="Isosceles Triangle 6">
            <a:extLst>
              <a:ext uri="{FF2B5EF4-FFF2-40B4-BE49-F238E27FC236}">
                <a16:creationId xmlns:a16="http://schemas.microsoft.com/office/drawing/2014/main" id="{350C71D5-04E5-7285-2FEA-A66BE4D7D830}"/>
              </a:ext>
            </a:extLst>
          </p:cNvPr>
          <p:cNvSpPr/>
          <p:nvPr/>
        </p:nvSpPr>
        <p:spPr>
          <a:xfrm>
            <a:off x="2514600" y="1599174"/>
            <a:ext cx="1295400" cy="9154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78F2AFD9-73BA-CA3F-BFCD-547905AA0E72}"/>
              </a:ext>
            </a:extLst>
          </p:cNvPr>
          <p:cNvSpPr txBox="1"/>
          <p:nvPr/>
        </p:nvSpPr>
        <p:spPr>
          <a:xfrm>
            <a:off x="0" y="0"/>
            <a:ext cx="4343400" cy="369332"/>
          </a:xfrm>
          <a:prstGeom prst="rect">
            <a:avLst/>
          </a:prstGeom>
          <a:noFill/>
        </p:spPr>
        <p:txBody>
          <a:bodyPr wrap="square" rtlCol="0">
            <a:spAutoFit/>
          </a:bodyPr>
          <a:lstStyle/>
          <a:p>
            <a:r>
              <a:rPr lang="en-IN" dirty="0"/>
              <a:t>Project: B4I90</a:t>
            </a:r>
          </a:p>
        </p:txBody>
      </p:sp>
    </p:spTree>
    <p:extLst>
      <p:ext uri="{BB962C8B-B14F-4D97-AF65-F5344CB8AC3E}">
        <p14:creationId xmlns:p14="http://schemas.microsoft.com/office/powerpoint/2010/main" val="4231719102"/>
      </p:ext>
    </p:extLst>
  </p:cSld>
  <p:clrMapOvr>
    <a:masterClrMapping/>
  </p:clrMapOvr>
  <p:transition advTm="53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5</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9269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0" y="3741916"/>
            <a:ext cx="9144000" cy="335156"/>
          </a:xfrm>
          <a:prstGeom prst="rect">
            <a:avLst/>
          </a:prstGeom>
        </p:spPr>
        <p:txBody>
          <a:bodyPr wrap="square">
            <a:spAutoFit/>
          </a:bodyPr>
          <a:lstStyle/>
          <a:p>
            <a:pPr>
              <a:lnSpc>
                <a:spcPct val="150000"/>
              </a:lnSpc>
              <a:spcAft>
                <a:spcPts val="600"/>
              </a:spcAft>
            </a:pPr>
            <a:r>
              <a:rPr lang="en-US" sz="1200" dirty="0">
                <a:solidFill>
                  <a:srgbClr val="0000FF"/>
                </a:solidFill>
              </a:rPr>
              <a:t>--------------------------------------------------------------------------------------------------------------------------------------------------------------------------------</a:t>
            </a:r>
          </a:p>
        </p:txBody>
      </p: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7" name="Rectangle 16"/>
          <p:cNvSpPr/>
          <p:nvPr/>
        </p:nvSpPr>
        <p:spPr>
          <a:xfrm>
            <a:off x="177745" y="4793364"/>
            <a:ext cx="8737655" cy="616836"/>
          </a:xfrm>
          <a:prstGeom prst="rect">
            <a:avLst/>
          </a:prstGeom>
        </p:spPr>
        <p:txBody>
          <a:bodyPr wrap="square">
            <a:spAutoFit/>
          </a:bodyPr>
          <a:lstStyle/>
          <a:p>
            <a:pPr>
              <a:lnSpc>
                <a:spcPct val="150000"/>
              </a:lnSpc>
              <a:spcAft>
                <a:spcPts val="600"/>
              </a:spcAft>
            </a:pPr>
            <a:r>
              <a:rPr lang="en-US" sz="1050" b="1" i="1" u="sng" dirty="0"/>
              <a:t>Overview</a:t>
            </a:r>
            <a:r>
              <a:rPr lang="en-US" sz="1050" dirty="0"/>
              <a:t>:</a:t>
            </a:r>
            <a:endParaRPr lang="en-US" sz="1100" b="1" dirty="0">
              <a:solidFill>
                <a:srgbClr val="0000FF"/>
              </a:solidFill>
            </a:endParaRPr>
          </a:p>
          <a:p>
            <a:pPr marL="228600" indent="-228600" algn="just">
              <a:lnSpc>
                <a:spcPts val="1600"/>
              </a:lnSpc>
              <a:spcAft>
                <a:spcPts val="800"/>
              </a:spcAft>
              <a:buFont typeface="+mj-lt"/>
              <a:buAutoNum type="arabicPeriod"/>
            </a:pPr>
            <a:r>
              <a:rPr lang="en-US" sz="1050" dirty="0">
                <a:solidFill>
                  <a:srgbClr val="0000FF"/>
                </a:solidFill>
              </a:rPr>
              <a:t>46 g of stage 6 compound was prepared and 20 g was shipped on 28-08-2026.</a:t>
            </a:r>
          </a:p>
        </p:txBody>
      </p:sp>
      <p:sp>
        <p:nvSpPr>
          <p:cNvPr id="3" name="TextBox 2">
            <a:extLst>
              <a:ext uri="{FF2B5EF4-FFF2-40B4-BE49-F238E27FC236}">
                <a16:creationId xmlns:a16="http://schemas.microsoft.com/office/drawing/2014/main" id="{B3087817-5D09-355E-9D54-C70CDFFC1E5A}"/>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5" name="Parallelogram 4">
            <a:extLst>
              <a:ext uri="{FF2B5EF4-FFF2-40B4-BE49-F238E27FC236}">
                <a16:creationId xmlns:a16="http://schemas.microsoft.com/office/drawing/2014/main" id="{83D4418B-27CD-9542-AC4B-CC793380AFA2}"/>
              </a:ext>
            </a:extLst>
          </p:cNvPr>
          <p:cNvSpPr/>
          <p:nvPr/>
        </p:nvSpPr>
        <p:spPr>
          <a:xfrm>
            <a:off x="2590800" y="1664060"/>
            <a:ext cx="1143000" cy="926739"/>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3FB1C4A-7E32-9EED-1961-7A6C89DFC3E1}"/>
              </a:ext>
            </a:extLst>
          </p:cNvPr>
          <p:cNvSpPr txBox="1"/>
          <p:nvPr/>
        </p:nvSpPr>
        <p:spPr>
          <a:xfrm>
            <a:off x="0" y="0"/>
            <a:ext cx="4191000" cy="369332"/>
          </a:xfrm>
          <a:prstGeom prst="rect">
            <a:avLst/>
          </a:prstGeom>
          <a:noFill/>
        </p:spPr>
        <p:txBody>
          <a:bodyPr wrap="square" rtlCol="0">
            <a:spAutoFit/>
          </a:bodyPr>
          <a:lstStyle/>
          <a:p>
            <a:r>
              <a:rPr lang="en-IN" dirty="0"/>
              <a:t>Project: A1TRP</a:t>
            </a:r>
          </a:p>
        </p:txBody>
      </p:sp>
    </p:spTree>
    <p:extLst>
      <p:ext uri="{BB962C8B-B14F-4D97-AF65-F5344CB8AC3E}">
        <p14:creationId xmlns:p14="http://schemas.microsoft.com/office/powerpoint/2010/main" val="1131889599"/>
      </p:ext>
    </p:extLst>
  </p:cSld>
  <p:clrMapOvr>
    <a:masterClrMapping/>
  </p:clrMapOvr>
  <p:transition advTm="53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6</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9269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0" y="3573016"/>
            <a:ext cx="9144000" cy="335156"/>
          </a:xfrm>
          <a:prstGeom prst="rect">
            <a:avLst/>
          </a:prstGeom>
        </p:spPr>
        <p:txBody>
          <a:bodyPr wrap="square">
            <a:spAutoFit/>
          </a:bodyPr>
          <a:lstStyle/>
          <a:p>
            <a:pPr>
              <a:lnSpc>
                <a:spcPct val="150000"/>
              </a:lnSpc>
              <a:spcAft>
                <a:spcPts val="600"/>
              </a:spcAft>
            </a:pPr>
            <a:r>
              <a:rPr lang="en-US" sz="1200" dirty="0">
                <a:solidFill>
                  <a:srgbClr val="0000FF"/>
                </a:solidFill>
              </a:rPr>
              <a:t>--------------------------------------------------------------------------------------------------------------------------------------------------------------------------------</a:t>
            </a:r>
          </a:p>
        </p:txBody>
      </p: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7" name="Rectangle 16"/>
          <p:cNvSpPr/>
          <p:nvPr/>
        </p:nvSpPr>
        <p:spPr>
          <a:xfrm>
            <a:off x="228600" y="5021964"/>
            <a:ext cx="8712968" cy="616836"/>
          </a:xfrm>
          <a:prstGeom prst="rect">
            <a:avLst/>
          </a:prstGeom>
        </p:spPr>
        <p:txBody>
          <a:bodyPr wrap="square">
            <a:spAutoFit/>
          </a:bodyPr>
          <a:lstStyle/>
          <a:p>
            <a:pPr>
              <a:lnSpc>
                <a:spcPct val="150000"/>
              </a:lnSpc>
              <a:spcAft>
                <a:spcPts val="600"/>
              </a:spcAft>
            </a:pPr>
            <a:r>
              <a:rPr lang="en-US" sz="1050" b="1" i="1" u="sng" dirty="0"/>
              <a:t>Overview</a:t>
            </a:r>
            <a:r>
              <a:rPr lang="en-US" sz="1050" dirty="0"/>
              <a:t>:</a:t>
            </a:r>
            <a:endParaRPr lang="en-US" sz="1100" b="1" dirty="0">
              <a:solidFill>
                <a:srgbClr val="0000FF"/>
              </a:solidFill>
            </a:endParaRPr>
          </a:p>
          <a:p>
            <a:pPr marL="228600" indent="-228600" algn="just">
              <a:lnSpc>
                <a:spcPts val="1600"/>
              </a:lnSpc>
              <a:spcAft>
                <a:spcPts val="800"/>
              </a:spcAft>
              <a:buFont typeface="+mj-lt"/>
              <a:buAutoNum type="arabicPeriod"/>
            </a:pPr>
            <a:r>
              <a:rPr lang="en-US" sz="1050" dirty="0">
                <a:solidFill>
                  <a:srgbClr val="0000FF"/>
                </a:solidFill>
              </a:rPr>
              <a:t>48 g of stage 5 compound was prepared and 20 g was shipped on 28-08-2026.</a:t>
            </a:r>
          </a:p>
        </p:txBody>
      </p:sp>
      <p:sp>
        <p:nvSpPr>
          <p:cNvPr id="3" name="TextBox 2">
            <a:extLst>
              <a:ext uri="{FF2B5EF4-FFF2-40B4-BE49-F238E27FC236}">
                <a16:creationId xmlns:a16="http://schemas.microsoft.com/office/drawing/2014/main" id="{8487EF65-68DA-43A4-D1CF-75C157D60414}"/>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5" name="Pentagon 4">
            <a:extLst>
              <a:ext uri="{FF2B5EF4-FFF2-40B4-BE49-F238E27FC236}">
                <a16:creationId xmlns:a16="http://schemas.microsoft.com/office/drawing/2014/main" id="{8B92A9EB-F20E-7BC0-F0EC-49F2C0720F1A}"/>
              </a:ext>
            </a:extLst>
          </p:cNvPr>
          <p:cNvSpPr/>
          <p:nvPr/>
        </p:nvSpPr>
        <p:spPr>
          <a:xfrm>
            <a:off x="2514600" y="1730874"/>
            <a:ext cx="1293607" cy="1003942"/>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98FF950-2646-5247-D30D-2B204A43976E}"/>
              </a:ext>
            </a:extLst>
          </p:cNvPr>
          <p:cNvSpPr txBox="1"/>
          <p:nvPr/>
        </p:nvSpPr>
        <p:spPr>
          <a:xfrm>
            <a:off x="0" y="0"/>
            <a:ext cx="4191000" cy="369332"/>
          </a:xfrm>
          <a:prstGeom prst="rect">
            <a:avLst/>
          </a:prstGeom>
          <a:noFill/>
        </p:spPr>
        <p:txBody>
          <a:bodyPr wrap="square" rtlCol="0">
            <a:spAutoFit/>
          </a:bodyPr>
          <a:lstStyle/>
          <a:p>
            <a:r>
              <a:rPr lang="en-IN" dirty="0"/>
              <a:t>Project: B0MI2</a:t>
            </a:r>
          </a:p>
        </p:txBody>
      </p:sp>
    </p:spTree>
    <p:extLst>
      <p:ext uri="{BB962C8B-B14F-4D97-AF65-F5344CB8AC3E}">
        <p14:creationId xmlns:p14="http://schemas.microsoft.com/office/powerpoint/2010/main" val="808872775"/>
      </p:ext>
    </p:extLst>
  </p:cSld>
  <p:clrMapOvr>
    <a:masterClrMapping/>
  </p:clrMapOvr>
  <p:transition advTm="53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7</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096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2" name="Rectangle 11"/>
          <p:cNvSpPr/>
          <p:nvPr/>
        </p:nvSpPr>
        <p:spPr>
          <a:xfrm>
            <a:off x="228600" y="2590800"/>
            <a:ext cx="8763000" cy="3263586"/>
          </a:xfrm>
          <a:prstGeom prst="rect">
            <a:avLst/>
          </a:prstGeom>
        </p:spPr>
        <p:txBody>
          <a:bodyPr wrap="square">
            <a:spAutoFit/>
          </a:bodyPr>
          <a:lstStyle/>
          <a:p>
            <a:pPr>
              <a:lnSpc>
                <a:spcPct val="150000"/>
              </a:lnSpc>
              <a:spcAft>
                <a:spcPts val="600"/>
              </a:spcAft>
            </a:pPr>
            <a:r>
              <a:rPr lang="en-US" sz="1050" b="1" i="1" u="sng" dirty="0"/>
              <a:t>Overview</a:t>
            </a:r>
            <a:r>
              <a:rPr lang="en-US" sz="1050" dirty="0"/>
              <a:t>:</a:t>
            </a:r>
            <a:endParaRPr lang="en-US" sz="1050" dirty="0">
              <a:solidFill>
                <a:srgbClr val="0000FF"/>
              </a:solidFill>
            </a:endParaRPr>
          </a:p>
          <a:p>
            <a:pPr marL="228600" indent="-228600" algn="just">
              <a:lnSpc>
                <a:spcPts val="1600"/>
              </a:lnSpc>
              <a:spcAft>
                <a:spcPts val="800"/>
              </a:spcAft>
              <a:buFont typeface="+mj-lt"/>
              <a:buAutoNum type="arabicPeriod"/>
            </a:pPr>
            <a:r>
              <a:rPr lang="en-US" sz="1050" dirty="0"/>
              <a:t>50 g of stage 3 compound converted to stage 4, using catalyst adduct and got 45 g, its HPLC showed 95 % purity. (55 % yields)</a:t>
            </a:r>
          </a:p>
          <a:p>
            <a:pPr marL="228600" indent="-228600" algn="just">
              <a:lnSpc>
                <a:spcPts val="1600"/>
              </a:lnSpc>
              <a:spcAft>
                <a:spcPts val="800"/>
              </a:spcAft>
              <a:buFont typeface="+mj-lt"/>
              <a:buAutoNum type="arabicPeriod"/>
            </a:pPr>
            <a:r>
              <a:rPr lang="en-US" sz="1050" dirty="0"/>
              <a:t>950 g of stage 3 compound converted to stage 4, using catalyst adduct and got 886 g, its HPLC showed 94 % purity (56 % yields).</a:t>
            </a:r>
          </a:p>
          <a:p>
            <a:pPr marL="228600" indent="-228600" algn="just">
              <a:lnSpc>
                <a:spcPts val="1600"/>
              </a:lnSpc>
              <a:spcAft>
                <a:spcPts val="800"/>
              </a:spcAft>
              <a:buFont typeface="+mj-lt"/>
              <a:buAutoNum type="arabicPeriod"/>
            </a:pPr>
            <a:r>
              <a:rPr lang="en-US" sz="1050" dirty="0"/>
              <a:t> 886 g of stage 4 compound converted to stage 5 and got 470 g with 97 % purity by HPLC.(57 % yields)</a:t>
            </a:r>
          </a:p>
          <a:p>
            <a:pPr marL="228600" indent="-228600" algn="just">
              <a:lnSpc>
                <a:spcPts val="1600"/>
              </a:lnSpc>
              <a:spcAft>
                <a:spcPts val="800"/>
              </a:spcAft>
              <a:buFont typeface="+mj-lt"/>
              <a:buAutoNum type="arabicPeriod"/>
            </a:pPr>
            <a:r>
              <a:rPr lang="en-US" sz="1050" dirty="0"/>
              <a:t>5 g of stage 9 compound was attempted to convert to stage 10 using catalyst, reaction monitored by TLC and isolated got 4.5 g crude solid, its HPLC showed 69 %, along with 26 % non-polar impurity. This was purified by RC using solvent and got 2.2 g with 98.6 % purity by HPLC.</a:t>
            </a:r>
          </a:p>
          <a:p>
            <a:pPr marL="228600" indent="-228600" algn="just">
              <a:lnSpc>
                <a:spcPts val="1600"/>
              </a:lnSpc>
              <a:spcAft>
                <a:spcPts val="800"/>
              </a:spcAft>
              <a:buFont typeface="+mj-lt"/>
              <a:buAutoNum type="arabicPeriod"/>
            </a:pPr>
            <a:r>
              <a:rPr lang="en-US" sz="1050" dirty="0"/>
              <a:t>5 g of stage 9 compound was converted to stage 10 using catalyst adduct and got 1.8 g after purification, its HPLC showed 98 % purity.</a:t>
            </a:r>
          </a:p>
          <a:p>
            <a:pPr marL="228600" indent="-228600" algn="just">
              <a:lnSpc>
                <a:spcPts val="1600"/>
              </a:lnSpc>
              <a:spcAft>
                <a:spcPts val="800"/>
              </a:spcAft>
              <a:buFont typeface="+mj-lt"/>
              <a:buAutoNum type="arabicPeriod"/>
            </a:pPr>
            <a:r>
              <a:rPr lang="en-US" sz="1050" dirty="0"/>
              <a:t>5 g of stage 9 compound converted to stage 10 using catalyst and got 2.4 g after purification, its HPLC showed 98 %.</a:t>
            </a:r>
          </a:p>
          <a:p>
            <a:pPr marL="228600" indent="-228600" algn="just">
              <a:lnSpc>
                <a:spcPts val="1600"/>
              </a:lnSpc>
              <a:spcAft>
                <a:spcPts val="800"/>
              </a:spcAft>
              <a:buFont typeface="+mj-lt"/>
              <a:buAutoNum type="arabicPeriod"/>
            </a:pPr>
            <a:r>
              <a:rPr lang="en-US" sz="1050" dirty="0"/>
              <a:t> 5 g of stage 9 compound converted to stage 10 using catalyst and got 2.2 g after purification, its HPLC showed 98 %.</a:t>
            </a:r>
          </a:p>
          <a:p>
            <a:pPr marL="228600" indent="-228600" algn="just">
              <a:lnSpc>
                <a:spcPts val="1600"/>
              </a:lnSpc>
              <a:spcAft>
                <a:spcPts val="800"/>
              </a:spcAft>
              <a:buFont typeface="+mj-lt"/>
              <a:buAutoNum type="arabicPeriod"/>
            </a:pPr>
            <a:r>
              <a:rPr lang="en-US" sz="1050" dirty="0"/>
              <a:t>250 g of stage 5 compound converted to stage 7 and obtained 295 g with 98 % purity by HPLC. (80 % yields)</a:t>
            </a:r>
          </a:p>
          <a:p>
            <a:pPr marL="228600" indent="-228600" algn="just">
              <a:lnSpc>
                <a:spcPts val="1600"/>
              </a:lnSpc>
              <a:spcAft>
                <a:spcPts val="800"/>
              </a:spcAft>
              <a:buFont typeface="+mj-lt"/>
              <a:buAutoNum type="arabicPeriod"/>
            </a:pPr>
            <a:r>
              <a:rPr lang="en-US" sz="1050" dirty="0"/>
              <a:t>295 g of stage 7 compound converted to stage 8 and got 350 g, its HPLC showed 98 % purity.(90 % yields)</a:t>
            </a:r>
            <a:endParaRPr lang="en-US" sz="1050" dirty="0">
              <a:solidFill>
                <a:srgbClr val="0000FF"/>
              </a:solidFill>
            </a:endParaRPr>
          </a:p>
        </p:txBody>
      </p:sp>
      <p:sp>
        <p:nvSpPr>
          <p:cNvPr id="3" name="TextBox 2">
            <a:extLst>
              <a:ext uri="{FF2B5EF4-FFF2-40B4-BE49-F238E27FC236}">
                <a16:creationId xmlns:a16="http://schemas.microsoft.com/office/drawing/2014/main" id="{51C6F310-9D13-D03E-2773-34B8D2E7CD99}"/>
              </a:ext>
            </a:extLst>
          </p:cNvPr>
          <p:cNvSpPr txBox="1"/>
          <p:nvPr/>
        </p:nvSpPr>
        <p:spPr>
          <a:xfrm>
            <a:off x="489952" y="1113472"/>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5" name="Hexagon 4">
            <a:extLst>
              <a:ext uri="{FF2B5EF4-FFF2-40B4-BE49-F238E27FC236}">
                <a16:creationId xmlns:a16="http://schemas.microsoft.com/office/drawing/2014/main" id="{D4635399-B93A-CFA9-9E22-3D8D86727F47}"/>
              </a:ext>
            </a:extLst>
          </p:cNvPr>
          <p:cNvSpPr/>
          <p:nvPr/>
        </p:nvSpPr>
        <p:spPr>
          <a:xfrm>
            <a:off x="2514600" y="1477329"/>
            <a:ext cx="990600" cy="825683"/>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1F8F74C-5CE4-90AD-A852-B4E96BEA7D4E}"/>
              </a:ext>
            </a:extLst>
          </p:cNvPr>
          <p:cNvSpPr txBox="1"/>
          <p:nvPr/>
        </p:nvSpPr>
        <p:spPr>
          <a:xfrm>
            <a:off x="0" y="0"/>
            <a:ext cx="4191000" cy="369332"/>
          </a:xfrm>
          <a:prstGeom prst="rect">
            <a:avLst/>
          </a:prstGeom>
          <a:noFill/>
        </p:spPr>
        <p:txBody>
          <a:bodyPr wrap="square" rtlCol="0">
            <a:spAutoFit/>
          </a:bodyPr>
          <a:lstStyle/>
          <a:p>
            <a:r>
              <a:rPr lang="en-IN" dirty="0"/>
              <a:t>Project: CK05R</a:t>
            </a:r>
          </a:p>
        </p:txBody>
      </p:sp>
    </p:spTree>
    <p:extLst>
      <p:ext uri="{BB962C8B-B14F-4D97-AF65-F5344CB8AC3E}">
        <p14:creationId xmlns:p14="http://schemas.microsoft.com/office/powerpoint/2010/main" val="3767897385"/>
      </p:ext>
    </p:extLst>
  </p:cSld>
  <p:clrMapOvr>
    <a:masterClrMapping/>
  </p:clrMapOvr>
  <p:transition advTm="53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8</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096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3" name="Rectangle 2"/>
          <p:cNvSpPr/>
          <p:nvPr/>
        </p:nvSpPr>
        <p:spPr>
          <a:xfrm>
            <a:off x="228600" y="3198753"/>
            <a:ext cx="8676105" cy="1220847"/>
          </a:xfrm>
          <a:prstGeom prst="rect">
            <a:avLst/>
          </a:prstGeom>
        </p:spPr>
        <p:txBody>
          <a:bodyPr wrap="square">
            <a:spAutoFit/>
          </a:bodyPr>
          <a:lstStyle/>
          <a:p>
            <a:pPr marL="228600" indent="-228600" algn="just">
              <a:lnSpc>
                <a:spcPts val="1600"/>
              </a:lnSpc>
              <a:spcAft>
                <a:spcPts val="800"/>
              </a:spcAft>
              <a:buFont typeface="+mj-lt"/>
              <a:buAutoNum type="arabicPeriod"/>
            </a:pPr>
            <a:r>
              <a:rPr lang="en-US" sz="1050" dirty="0"/>
              <a:t>1 Kg of stage 1 compound  converted to stage 2 and got 850 g its HPLC showed 96 % purity.</a:t>
            </a:r>
          </a:p>
          <a:p>
            <a:pPr marL="228600" indent="-228600" algn="just">
              <a:lnSpc>
                <a:spcPts val="1600"/>
              </a:lnSpc>
              <a:spcAft>
                <a:spcPts val="800"/>
              </a:spcAft>
              <a:buFont typeface="+mj-lt"/>
              <a:buAutoNum type="arabicPeriod"/>
            </a:pPr>
            <a:r>
              <a:rPr lang="en-US" sz="1050" dirty="0"/>
              <a:t> 250 g of stage 2 compound converted to stage 3and got 195 g.</a:t>
            </a:r>
          </a:p>
          <a:p>
            <a:pPr marL="228600" indent="-228600" algn="just">
              <a:lnSpc>
                <a:spcPts val="1600"/>
              </a:lnSpc>
              <a:spcAft>
                <a:spcPts val="800"/>
              </a:spcAft>
              <a:buFont typeface="+mj-lt"/>
              <a:buAutoNum type="arabicPeriod"/>
            </a:pPr>
            <a:r>
              <a:rPr lang="en-US" sz="1050" dirty="0">
                <a:solidFill>
                  <a:srgbClr val="0000FF"/>
                </a:solidFill>
              </a:rPr>
              <a:t> 25 g of stage 4 compound converted to stage 5 and got 9.8 g after column purification and conformed HNMR (40 % yields).</a:t>
            </a:r>
          </a:p>
          <a:p>
            <a:pPr marL="228600" indent="-228600" algn="just">
              <a:lnSpc>
                <a:spcPts val="1600"/>
              </a:lnSpc>
              <a:spcAft>
                <a:spcPts val="800"/>
              </a:spcAft>
              <a:buFont typeface="+mj-lt"/>
              <a:buAutoNum type="arabicPeriod"/>
            </a:pPr>
            <a:r>
              <a:rPr lang="en-US" sz="1050" dirty="0">
                <a:solidFill>
                  <a:srgbClr val="0000FF"/>
                </a:solidFill>
              </a:rPr>
              <a:t> 500 g of stage 2 compound converted to stage 3 and got 383 g with 96 % purity by HPLC. </a:t>
            </a:r>
          </a:p>
        </p:txBody>
      </p:sp>
      <p:sp>
        <p:nvSpPr>
          <p:cNvPr id="5" name="TextBox 4">
            <a:extLst>
              <a:ext uri="{FF2B5EF4-FFF2-40B4-BE49-F238E27FC236}">
                <a16:creationId xmlns:a16="http://schemas.microsoft.com/office/drawing/2014/main" id="{B805C42B-9FB7-D7E5-7D67-4D40CCF77911}"/>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11" name="Hexagon 10">
            <a:extLst>
              <a:ext uri="{FF2B5EF4-FFF2-40B4-BE49-F238E27FC236}">
                <a16:creationId xmlns:a16="http://schemas.microsoft.com/office/drawing/2014/main" id="{257943D6-2DF9-4EF8-93CB-5557673545C3}"/>
              </a:ext>
            </a:extLst>
          </p:cNvPr>
          <p:cNvSpPr/>
          <p:nvPr/>
        </p:nvSpPr>
        <p:spPr>
          <a:xfrm>
            <a:off x="2438400" y="1725650"/>
            <a:ext cx="990600" cy="825683"/>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D7DA7D7-8B3B-CB2D-AFA4-FF047532E1A2}"/>
              </a:ext>
            </a:extLst>
          </p:cNvPr>
          <p:cNvSpPr txBox="1"/>
          <p:nvPr/>
        </p:nvSpPr>
        <p:spPr>
          <a:xfrm>
            <a:off x="0" y="0"/>
            <a:ext cx="4191000" cy="369332"/>
          </a:xfrm>
          <a:prstGeom prst="rect">
            <a:avLst/>
          </a:prstGeom>
          <a:noFill/>
        </p:spPr>
        <p:txBody>
          <a:bodyPr wrap="square" rtlCol="0">
            <a:spAutoFit/>
          </a:bodyPr>
          <a:lstStyle/>
          <a:p>
            <a:r>
              <a:rPr lang="en-IN" dirty="0"/>
              <a:t>Project: CK05R</a:t>
            </a:r>
          </a:p>
        </p:txBody>
      </p:sp>
    </p:spTree>
    <p:extLst>
      <p:ext uri="{BB962C8B-B14F-4D97-AF65-F5344CB8AC3E}">
        <p14:creationId xmlns:p14="http://schemas.microsoft.com/office/powerpoint/2010/main" val="656906920"/>
      </p:ext>
    </p:extLst>
  </p:cSld>
  <p:clrMapOvr>
    <a:masterClrMapping/>
  </p:clrMapOvr>
  <p:transition advTm="53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9</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20688"/>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6" name="Rectangle 15"/>
          <p:cNvSpPr/>
          <p:nvPr/>
        </p:nvSpPr>
        <p:spPr>
          <a:xfrm>
            <a:off x="228600" y="3048000"/>
            <a:ext cx="8839200" cy="3503395"/>
          </a:xfrm>
          <a:prstGeom prst="rect">
            <a:avLst/>
          </a:prstGeom>
        </p:spPr>
        <p:txBody>
          <a:bodyPr wrap="square">
            <a:spAutoFit/>
          </a:bodyPr>
          <a:lstStyle/>
          <a:p>
            <a:pPr>
              <a:lnSpc>
                <a:spcPct val="150000"/>
              </a:lnSpc>
              <a:spcAft>
                <a:spcPts val="600"/>
              </a:spcAft>
            </a:pPr>
            <a:r>
              <a:rPr lang="en-US" sz="1200" b="1" i="1" u="sng" dirty="0"/>
              <a:t>Overview</a:t>
            </a:r>
            <a:r>
              <a:rPr lang="en-US" sz="1200" dirty="0"/>
              <a:t>:</a:t>
            </a:r>
            <a:endParaRPr lang="en-US" sz="1200" dirty="0">
              <a:solidFill>
                <a:srgbClr val="0000FF"/>
              </a:solidFill>
            </a:endParaRPr>
          </a:p>
          <a:p>
            <a:pPr marL="228600" indent="-228600" algn="just">
              <a:lnSpc>
                <a:spcPts val="1600"/>
              </a:lnSpc>
              <a:spcAft>
                <a:spcPts val="800"/>
              </a:spcAft>
              <a:buFont typeface="+mj-lt"/>
              <a:buAutoNum type="arabicPeriod"/>
            </a:pPr>
            <a:r>
              <a:rPr lang="en-US" sz="1050" dirty="0"/>
              <a:t>1.1 Kg of stage 6 compound is in hand with  98 % purity by HPLC.</a:t>
            </a:r>
          </a:p>
          <a:p>
            <a:pPr marL="228600" indent="-228600" algn="just">
              <a:lnSpc>
                <a:spcPts val="1600"/>
              </a:lnSpc>
              <a:spcAft>
                <a:spcPts val="800"/>
              </a:spcAft>
              <a:buFont typeface="+mj-lt"/>
              <a:buAutoNum type="arabicPeriod"/>
            </a:pPr>
            <a:r>
              <a:rPr lang="en-US" sz="1050" dirty="0"/>
              <a:t>100 g of stage 6 compound converted to stage 7 and got 71 g solid with 99.6 % purity by HPLC. (Yields: 87 %) </a:t>
            </a:r>
          </a:p>
          <a:p>
            <a:pPr marL="228600" indent="-228600" algn="just">
              <a:lnSpc>
                <a:spcPts val="1600"/>
              </a:lnSpc>
              <a:spcAft>
                <a:spcPts val="800"/>
              </a:spcAft>
              <a:buFont typeface="+mj-lt"/>
              <a:buAutoNum type="arabicPeriod"/>
            </a:pPr>
            <a:r>
              <a:rPr lang="en-US" sz="1050" dirty="0"/>
              <a:t>70 g of stage 7 compound converted to stage 8 and got 58 g with 98.4 % purity by HPLC. This was stirred with solvent (200 ml) at refluxing temperature, cooled to RT, filtered &amp; dried got 51 g, its HPLC showed 99.6 %. (70 % yields)</a:t>
            </a:r>
            <a:endParaRPr lang="en-US" sz="1050" b="1" dirty="0"/>
          </a:p>
          <a:p>
            <a:pPr marL="228600" indent="-228600" algn="just">
              <a:lnSpc>
                <a:spcPts val="1600"/>
              </a:lnSpc>
              <a:spcAft>
                <a:spcPts val="800"/>
              </a:spcAft>
              <a:buFont typeface="+mj-lt"/>
              <a:buAutoNum type="arabicPeriod"/>
            </a:pPr>
            <a:r>
              <a:rPr lang="en-US" sz="1050" dirty="0">
                <a:solidFill>
                  <a:srgbClr val="0000FF"/>
                </a:solidFill>
              </a:rPr>
              <a:t> </a:t>
            </a:r>
            <a:r>
              <a:rPr lang="en-US" sz="1050" dirty="0"/>
              <a:t>500 g of stage 6 compound converted to stage 7 and got 351 g with 99.9 % purity by HPLC. (Yields: 86 %).</a:t>
            </a:r>
          </a:p>
          <a:p>
            <a:pPr marL="228600" indent="-228600" algn="just">
              <a:lnSpc>
                <a:spcPts val="1600"/>
              </a:lnSpc>
              <a:spcAft>
                <a:spcPts val="800"/>
              </a:spcAft>
              <a:buFont typeface="+mj-lt"/>
              <a:buAutoNum type="arabicPeriod"/>
            </a:pPr>
            <a:r>
              <a:rPr lang="en-US" sz="1050" dirty="0"/>
              <a:t> 350 g of stage 7 compound converted to stage 8 and got 251 g with 99.6 % purity by HPLC</a:t>
            </a:r>
          </a:p>
          <a:p>
            <a:pPr marL="228600" indent="-228600" algn="just">
              <a:lnSpc>
                <a:spcPts val="1600"/>
              </a:lnSpc>
              <a:spcAft>
                <a:spcPts val="800"/>
              </a:spcAft>
              <a:buFont typeface="+mj-lt"/>
              <a:buAutoNum type="arabicPeriod"/>
            </a:pPr>
            <a:r>
              <a:rPr lang="en-US" sz="1050" dirty="0">
                <a:solidFill>
                  <a:srgbClr val="0000FF"/>
                </a:solidFill>
              </a:rPr>
              <a:t> 100 g of stage 6 compound converted to stage 7 and got 70.5 g, its HPLC showed 99 % purity.</a:t>
            </a:r>
          </a:p>
          <a:p>
            <a:pPr marL="228600" indent="-228600" algn="just">
              <a:lnSpc>
                <a:spcPts val="1600"/>
              </a:lnSpc>
              <a:spcAft>
                <a:spcPts val="800"/>
              </a:spcAft>
              <a:buFont typeface="+mj-lt"/>
              <a:buAutoNum type="arabicPeriod"/>
            </a:pPr>
            <a:r>
              <a:rPr lang="en-US" sz="1050" dirty="0">
                <a:solidFill>
                  <a:srgbClr val="0000FF"/>
                </a:solidFill>
              </a:rPr>
              <a:t> 70 g of stage 7 compound converted to stage 8 and got 46.8 g, its HPLC showed 99.7 % (Yield: 64 %)</a:t>
            </a:r>
          </a:p>
          <a:p>
            <a:pPr marL="228600" indent="-228600" algn="just">
              <a:lnSpc>
                <a:spcPts val="1600"/>
              </a:lnSpc>
              <a:spcAft>
                <a:spcPts val="800"/>
              </a:spcAft>
              <a:buFont typeface="+mj-lt"/>
              <a:buAutoNum type="arabicPeriod"/>
            </a:pPr>
            <a:r>
              <a:rPr lang="en-US" sz="1050" dirty="0">
                <a:solidFill>
                  <a:srgbClr val="0000FF"/>
                </a:solidFill>
              </a:rPr>
              <a:t>50 g of stage 6 compound was attempted to convert to stage 7 and got 34.2 g solid with 99 % purity by HPLC </a:t>
            </a:r>
            <a:r>
              <a:rPr lang="en-US" sz="1050" b="1" dirty="0">
                <a:solidFill>
                  <a:srgbClr val="0000FF"/>
                </a:solidFill>
              </a:rPr>
              <a:t>(pH was adjusted to 8-9 using base solution</a:t>
            </a:r>
            <a:r>
              <a:rPr lang="en-US" sz="1050" dirty="0">
                <a:solidFill>
                  <a:srgbClr val="0000FF"/>
                </a:solidFill>
              </a:rPr>
              <a:t>).</a:t>
            </a:r>
          </a:p>
          <a:p>
            <a:pPr marL="228600" indent="-228600" algn="just">
              <a:lnSpc>
                <a:spcPts val="1600"/>
              </a:lnSpc>
              <a:spcAft>
                <a:spcPts val="800"/>
              </a:spcAft>
              <a:buFont typeface="+mj-lt"/>
              <a:buAutoNum type="arabicPeriod"/>
            </a:pPr>
            <a:r>
              <a:rPr lang="en-US" sz="1050" dirty="0">
                <a:solidFill>
                  <a:srgbClr val="0000FF"/>
                </a:solidFill>
              </a:rPr>
              <a:t>34 g of stage 7 compound is being converted to stage 8.</a:t>
            </a:r>
          </a:p>
        </p:txBody>
      </p:sp>
      <p:sp>
        <p:nvSpPr>
          <p:cNvPr id="3" name="TextBox 2">
            <a:extLst>
              <a:ext uri="{FF2B5EF4-FFF2-40B4-BE49-F238E27FC236}">
                <a16:creationId xmlns:a16="http://schemas.microsoft.com/office/drawing/2014/main" id="{0A81338F-CFC0-EA6E-7762-6FAA17B866D5}"/>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11" name="Cross 10">
            <a:extLst>
              <a:ext uri="{FF2B5EF4-FFF2-40B4-BE49-F238E27FC236}">
                <a16:creationId xmlns:a16="http://schemas.microsoft.com/office/drawing/2014/main" id="{7DD9226F-CF9A-63CA-CA06-C4D97CCDDA07}"/>
              </a:ext>
            </a:extLst>
          </p:cNvPr>
          <p:cNvSpPr/>
          <p:nvPr/>
        </p:nvSpPr>
        <p:spPr>
          <a:xfrm>
            <a:off x="2546350" y="1663608"/>
            <a:ext cx="1143000" cy="1010648"/>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439951B-CCA3-6836-01C2-4B8CBD993A84}"/>
              </a:ext>
            </a:extLst>
          </p:cNvPr>
          <p:cNvSpPr txBox="1"/>
          <p:nvPr/>
        </p:nvSpPr>
        <p:spPr>
          <a:xfrm>
            <a:off x="-37260" y="-28229"/>
            <a:ext cx="4576312" cy="369332"/>
          </a:xfrm>
          <a:prstGeom prst="rect">
            <a:avLst/>
          </a:prstGeom>
          <a:noFill/>
        </p:spPr>
        <p:txBody>
          <a:bodyPr wrap="square">
            <a:spAutoFit/>
          </a:bodyPr>
          <a:lstStyle/>
          <a:p>
            <a:r>
              <a:rPr lang="en-IN" dirty="0"/>
              <a:t>Project: A2NSQ</a:t>
            </a:r>
          </a:p>
        </p:txBody>
      </p:sp>
    </p:spTree>
    <p:extLst>
      <p:ext uri="{BB962C8B-B14F-4D97-AF65-F5344CB8AC3E}">
        <p14:creationId xmlns:p14="http://schemas.microsoft.com/office/powerpoint/2010/main" val="743816228"/>
      </p:ext>
    </p:extLst>
  </p:cSld>
  <p:clrMapOvr>
    <a:masterClrMapping/>
  </p:clrMapOvr>
  <p:transition advTm="53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1332"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3228676" name="Rectangle 4"/>
          <p:cNvSpPr>
            <a:spLocks noChangeArrowheads="1"/>
          </p:cNvSpPr>
          <p:nvPr/>
        </p:nvSpPr>
        <p:spPr bwMode="auto">
          <a:xfrm>
            <a:off x="177745" y="-900146"/>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8" name="Slide Number Placeholder 7"/>
          <p:cNvSpPr>
            <a:spLocks noGrp="1"/>
          </p:cNvSpPr>
          <p:nvPr>
            <p:ph type="sldNum" sz="quarter" idx="12"/>
          </p:nvPr>
        </p:nvSpPr>
        <p:spPr>
          <a:xfrm>
            <a:off x="8763000" y="6477000"/>
            <a:ext cx="381000" cy="365125"/>
          </a:xfrm>
        </p:spPr>
        <p:txBody>
          <a:bodyPr/>
          <a:lstStyle/>
          <a:p>
            <a:pPr>
              <a:defRPr/>
            </a:pPr>
            <a:fld id="{6DCB4F64-0776-40FB-B966-0DCA0C6D5ACC}" type="slidenum">
              <a:rPr lang="en-US" smtClean="0"/>
              <a:pPr>
                <a:defRPr/>
              </a:pPr>
              <a:t>10</a:t>
            </a:fld>
            <a:endParaRPr lang="en-US" dirty="0"/>
          </a:p>
        </p:txBody>
      </p:sp>
      <p:sp>
        <p:nvSpPr>
          <p:cNvPr id="5536773"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sp>
        <p:nvSpPr>
          <p:cNvPr id="5926917" name="Rectangle 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dirty="0"/>
          </a:p>
        </p:txBody>
      </p:sp>
      <p:cxnSp>
        <p:nvCxnSpPr>
          <p:cNvPr id="14" name="Straight Connector 13"/>
          <p:cNvCxnSpPr/>
          <p:nvPr/>
        </p:nvCxnSpPr>
        <p:spPr>
          <a:xfrm>
            <a:off x="0" y="620688"/>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6" descr="logo.gif"/>
          <p:cNvPicPr>
            <a:picLocks noChangeAspect="1"/>
          </p:cNvPicPr>
          <p:nvPr/>
        </p:nvPicPr>
        <p:blipFill>
          <a:blip r:embed="rId2" cstate="print"/>
          <a:srcRect/>
          <a:stretch>
            <a:fillRect/>
          </a:stretch>
        </p:blipFill>
        <p:spPr bwMode="auto">
          <a:xfrm>
            <a:off x="7467600" y="66675"/>
            <a:ext cx="1589505" cy="390525"/>
          </a:xfrm>
          <a:prstGeom prst="rect">
            <a:avLst/>
          </a:prstGeom>
          <a:noFill/>
          <a:ln w="9525">
            <a:noFill/>
            <a:miter lim="800000"/>
            <a:headEnd/>
            <a:tailEnd/>
          </a:ln>
        </p:spPr>
      </p:pic>
      <p:sp>
        <p:nvSpPr>
          <p:cNvPr id="16" name="Rectangle 15"/>
          <p:cNvSpPr/>
          <p:nvPr/>
        </p:nvSpPr>
        <p:spPr>
          <a:xfrm>
            <a:off x="152400" y="3729841"/>
            <a:ext cx="8839200" cy="1985159"/>
          </a:xfrm>
          <a:prstGeom prst="rect">
            <a:avLst/>
          </a:prstGeom>
        </p:spPr>
        <p:txBody>
          <a:bodyPr wrap="square">
            <a:spAutoFit/>
          </a:bodyPr>
          <a:lstStyle/>
          <a:p>
            <a:pPr>
              <a:lnSpc>
                <a:spcPct val="150000"/>
              </a:lnSpc>
              <a:spcAft>
                <a:spcPts val="600"/>
              </a:spcAft>
            </a:pPr>
            <a:r>
              <a:rPr lang="en-US" sz="1200" b="1" i="1" u="sng" dirty="0"/>
              <a:t>Overview</a:t>
            </a:r>
            <a:r>
              <a:rPr lang="en-US" sz="1200" dirty="0"/>
              <a:t>:</a:t>
            </a:r>
            <a:endParaRPr lang="en-US" sz="1200" dirty="0">
              <a:solidFill>
                <a:srgbClr val="0000FF"/>
              </a:solidFill>
            </a:endParaRPr>
          </a:p>
          <a:p>
            <a:pPr marL="228600" indent="-228600" algn="just">
              <a:lnSpc>
                <a:spcPts val="1600"/>
              </a:lnSpc>
              <a:spcAft>
                <a:spcPts val="800"/>
              </a:spcAft>
              <a:buFont typeface="+mj-lt"/>
              <a:buAutoNum type="arabicPeriod"/>
            </a:pPr>
            <a:r>
              <a:rPr lang="en-US" sz="1050" dirty="0">
                <a:solidFill>
                  <a:srgbClr val="0000FF"/>
                </a:solidFill>
              </a:rPr>
              <a:t>Attempted to treat 10 g of stage 7 compound with catalyst. After completion of the reaction, the mass was filtered and washed. Next, the compound was distilled. The filtrate and crude were dissolved in solvent and washed with acid. The acid layer was then washed with solvent twice and the acid layer pH had adjusted to 9-10 after the addition of a base. It was extracted with the solvent and distilled to produce 6.8 g of  dark syrup. Its HPLC showed 80 % purity along with other un-known impurities, this crude product was treated with acid in solvent to produce a  solid that was filtered, resulting in 2.5 g with 99.2 % HPLC (Yields: 24 %)</a:t>
            </a:r>
          </a:p>
          <a:p>
            <a:pPr marL="228600" indent="-228600" algn="just">
              <a:lnSpc>
                <a:spcPts val="1600"/>
              </a:lnSpc>
              <a:spcAft>
                <a:spcPts val="800"/>
              </a:spcAft>
              <a:buFont typeface="+mj-lt"/>
              <a:buAutoNum type="arabicPeriod"/>
            </a:pPr>
            <a:r>
              <a:rPr lang="en-US" sz="1050" dirty="0">
                <a:solidFill>
                  <a:srgbClr val="0000FF"/>
                </a:solidFill>
              </a:rPr>
              <a:t> 2 g of stage 7 compound was treated with catalyst at refluxing temperature, reaction was monitored by TLC, filtered the catalyst and RM was treated with acid but, the solid compound was not achieved.</a:t>
            </a:r>
          </a:p>
        </p:txBody>
      </p:sp>
      <p:sp>
        <p:nvSpPr>
          <p:cNvPr id="3" name="TextBox 2">
            <a:extLst>
              <a:ext uri="{FF2B5EF4-FFF2-40B4-BE49-F238E27FC236}">
                <a16:creationId xmlns:a16="http://schemas.microsoft.com/office/drawing/2014/main" id="{1BB75FEF-95D0-3BBB-5C9F-1DEF297AA20E}"/>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7" name="Cross 6">
            <a:extLst>
              <a:ext uri="{FF2B5EF4-FFF2-40B4-BE49-F238E27FC236}">
                <a16:creationId xmlns:a16="http://schemas.microsoft.com/office/drawing/2014/main" id="{04BEFC06-740C-D11A-369E-90E12AFF7608}"/>
              </a:ext>
            </a:extLst>
          </p:cNvPr>
          <p:cNvSpPr/>
          <p:nvPr/>
        </p:nvSpPr>
        <p:spPr>
          <a:xfrm>
            <a:off x="2546350" y="1663608"/>
            <a:ext cx="1143000" cy="1010648"/>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E2F6051-4B34-0B6E-1C84-FD48CAA491ED}"/>
              </a:ext>
            </a:extLst>
          </p:cNvPr>
          <p:cNvSpPr txBox="1"/>
          <p:nvPr/>
        </p:nvSpPr>
        <p:spPr>
          <a:xfrm>
            <a:off x="-37260" y="-28229"/>
            <a:ext cx="4576312" cy="369332"/>
          </a:xfrm>
          <a:prstGeom prst="rect">
            <a:avLst/>
          </a:prstGeom>
          <a:noFill/>
        </p:spPr>
        <p:txBody>
          <a:bodyPr wrap="square">
            <a:spAutoFit/>
          </a:bodyPr>
          <a:lstStyle/>
          <a:p>
            <a:r>
              <a:rPr lang="en-IN" dirty="0"/>
              <a:t>Project: A2NSQ</a:t>
            </a:r>
          </a:p>
        </p:txBody>
      </p:sp>
    </p:spTree>
    <p:extLst>
      <p:ext uri="{BB962C8B-B14F-4D97-AF65-F5344CB8AC3E}">
        <p14:creationId xmlns:p14="http://schemas.microsoft.com/office/powerpoint/2010/main" val="418124762"/>
      </p:ext>
    </p:extLst>
  </p:cSld>
  <p:clrMapOvr>
    <a:masterClrMapping/>
  </p:clrMapOvr>
  <p:transition advTm="53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5C6745B8-7F7A-48EF-8EB0-E39C1914DBA2}" type="datetime5">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l" defTabSz="914400" rtl="0" eaLnBrk="1" fontAlgn="base" latinLnBrk="0" hangingPunct="1">
                <a:lnSpc>
                  <a:spcPct val="100000"/>
                </a:lnSpc>
                <a:spcBef>
                  <a:spcPct val="0"/>
                </a:spcBef>
                <a:spcAft>
                  <a:spcPct val="0"/>
                </a:spcAft>
                <a:buClrTx/>
                <a:buSzTx/>
                <a:buFontTx/>
                <a:buNone/>
                <a:tabLst/>
                <a:defRPr/>
              </a:pPr>
              <a:t>2-Sep-26</a:t>
            </a:fld>
            <a:endParaRPr kumimoji="0" lang="en-US" sz="1200" b="0" i="0" u="none" strike="noStrike" kern="1200" cap="none" spc="0" normalizeH="0" baseline="0" noProof="0" dirty="0">
              <a:ln>
                <a:noFill/>
              </a:ln>
              <a:solidFill>
                <a:prstClr val="black">
                  <a:tint val="75000"/>
                </a:prstClr>
              </a:solidFill>
              <a:effectLst/>
              <a:uLnTx/>
              <a:uFillTx/>
              <a:latin typeface="Arial" charset="0"/>
              <a:ea typeface="+mn-ea"/>
              <a:cs typeface="Arial" charset="0"/>
            </a:endParaRPr>
          </a:p>
        </p:txBody>
      </p:sp>
      <p:sp>
        <p:nvSpPr>
          <p:cNvPr id="359014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
        <p:nvSpPr>
          <p:cNvPr id="11" name="Slide Number Placeholder 10"/>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DCB4F64-0776-40FB-B966-0DCA0C6D5ACC}" type="slidenum">
              <a:rPr kumimoji="0" lang="en-US" sz="1200" b="0" i="0" u="none" strike="noStrike" kern="1200" cap="none" spc="0" normalizeH="0" baseline="0" noProof="0" smtClean="0">
                <a:ln>
                  <a:noFill/>
                </a:ln>
                <a:solidFill>
                  <a:prstClr val="black">
                    <a:tint val="75000"/>
                  </a:prstClr>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Arial" charset="0"/>
              <a:ea typeface="+mn-ea"/>
              <a:cs typeface="Arial" charset="0"/>
            </a:endParaRPr>
          </a:p>
        </p:txBody>
      </p:sp>
      <p:cxnSp>
        <p:nvCxnSpPr>
          <p:cNvPr id="12" name="Straight Connector 11"/>
          <p:cNvCxnSpPr/>
          <p:nvPr/>
        </p:nvCxnSpPr>
        <p:spPr>
          <a:xfrm>
            <a:off x="0" y="908720"/>
            <a:ext cx="9144000" cy="0"/>
          </a:xfrm>
          <a:prstGeom prst="line">
            <a:avLst/>
          </a:prstGeom>
          <a:ln/>
        </p:spPr>
        <p:style>
          <a:lnRef idx="1">
            <a:schemeClr val="dk1"/>
          </a:lnRef>
          <a:fillRef idx="0">
            <a:schemeClr val="dk1"/>
          </a:fillRef>
          <a:effectRef idx="0">
            <a:schemeClr val="dk1"/>
          </a:effectRef>
          <a:fontRef idx="minor">
            <a:schemeClr val="tx1"/>
          </a:fontRef>
        </p:style>
      </p:cxnSp>
      <p:sp>
        <p:nvSpPr>
          <p:cNvPr id="9" name="Rectangle 8"/>
          <p:cNvSpPr/>
          <p:nvPr/>
        </p:nvSpPr>
        <p:spPr>
          <a:xfrm>
            <a:off x="916781" y="3027241"/>
            <a:ext cx="5943600" cy="605294"/>
          </a:xfrm>
          <a:prstGeom prst="rect">
            <a:avLst/>
          </a:prstGeom>
        </p:spPr>
        <p:txBody>
          <a:bodyPr wrap="square">
            <a:spAutoFit/>
          </a:bodyPr>
          <a:lstStyle/>
          <a:p>
            <a:pPr marL="0" marR="0" lvl="0" indent="0" algn="l" defTabSz="914400" rtl="0" eaLnBrk="1" fontAlgn="base" latinLnBrk="0" hangingPunct="1">
              <a:lnSpc>
                <a:spcPts val="1600"/>
              </a:lnSpc>
              <a:spcBef>
                <a:spcPct val="0"/>
              </a:spcBef>
              <a:spcAft>
                <a:spcPts val="800"/>
              </a:spcAft>
              <a:buClrTx/>
              <a:buSzTx/>
              <a:buFontTx/>
              <a:buNone/>
              <a:tabLst/>
              <a:defRPr/>
            </a:pPr>
            <a:r>
              <a:rPr kumimoji="0" lang="en-US" sz="1200" b="1" i="1" u="sng" strike="noStrike" kern="1200" cap="none" spc="0" normalizeH="0" baseline="0" noProof="0" dirty="0">
                <a:ln>
                  <a:noFill/>
                </a:ln>
                <a:solidFill>
                  <a:prstClr val="black"/>
                </a:solidFill>
                <a:effectLst/>
                <a:uLnTx/>
                <a:uFillTx/>
                <a:latin typeface="Arial" charset="0"/>
                <a:ea typeface="+mn-ea"/>
                <a:cs typeface="Arial" charset="0"/>
              </a:rPr>
              <a:t>Overview</a:t>
            </a:r>
            <a:r>
              <a:rPr kumimoji="0" lang="en-US" sz="1200" b="0" i="0" u="none" strike="noStrike" kern="1200" cap="none" spc="0" normalizeH="0" baseline="0" noProof="0" dirty="0">
                <a:ln>
                  <a:noFill/>
                </a:ln>
                <a:solidFill>
                  <a:prstClr val="black"/>
                </a:solidFill>
                <a:effectLst/>
                <a:uLnTx/>
                <a:uFillTx/>
                <a:latin typeface="Arial" charset="0"/>
                <a:ea typeface="+mn-ea"/>
                <a:cs typeface="Arial" charset="0"/>
              </a:rPr>
              <a:t>:</a:t>
            </a:r>
            <a:endParaRPr kumimoji="0" lang="en-US" sz="1200" b="0" i="0" u="none" strike="noStrike" kern="1200" cap="none" spc="0" normalizeH="0" baseline="0" noProof="0" dirty="0">
              <a:ln>
                <a:noFill/>
              </a:ln>
              <a:solidFill>
                <a:srgbClr val="0000FF"/>
              </a:solidFill>
              <a:effectLst/>
              <a:uLnTx/>
              <a:uFillTx/>
              <a:latin typeface="Arial" charset="0"/>
              <a:ea typeface="+mn-ea"/>
              <a:cs typeface="Arial" charset="0"/>
            </a:endParaRPr>
          </a:p>
          <a:p>
            <a:pPr marL="228600" lvl="0" indent="-228600" algn="just">
              <a:lnSpc>
                <a:spcPts val="1600"/>
              </a:lnSpc>
              <a:spcAft>
                <a:spcPts val="800"/>
              </a:spcAft>
              <a:buFont typeface="+mj-lt"/>
              <a:buAutoNum type="arabicPeriod"/>
              <a:defRPr/>
            </a:pPr>
            <a:r>
              <a:rPr kumimoji="0" lang="en-US" sz="1200" b="0" i="0" u="none" strike="noStrike" kern="1200" cap="none" spc="0" normalizeH="0" baseline="0" noProof="0" dirty="0">
                <a:ln>
                  <a:noFill/>
                </a:ln>
                <a:solidFill>
                  <a:srgbClr val="0000FF"/>
                </a:solidFill>
                <a:effectLst/>
                <a:uLnTx/>
                <a:uFillTx/>
                <a:latin typeface="Arial" charset="0"/>
                <a:ea typeface="+mn-ea"/>
                <a:cs typeface="Arial" charset="0"/>
              </a:rPr>
              <a:t>Raw materials ordered on 29-08-2026</a:t>
            </a:r>
            <a:endParaRPr lang="en-US" sz="1200" b="1" dirty="0">
              <a:solidFill>
                <a:srgbClr val="0000FF"/>
              </a:solidFill>
            </a:endParaRPr>
          </a:p>
        </p:txBody>
      </p:sp>
      <p:sp>
        <p:nvSpPr>
          <p:cNvPr id="5" name="TextBox 4">
            <a:extLst>
              <a:ext uri="{FF2B5EF4-FFF2-40B4-BE49-F238E27FC236}">
                <a16:creationId xmlns:a16="http://schemas.microsoft.com/office/drawing/2014/main" id="{A976E171-6E9B-C6FD-5CA3-0EE0A8D5A7CA}"/>
              </a:ext>
            </a:extLst>
          </p:cNvPr>
          <p:cNvSpPr txBox="1"/>
          <p:nvPr/>
        </p:nvSpPr>
        <p:spPr>
          <a:xfrm>
            <a:off x="533400" y="1295400"/>
            <a:ext cx="7772400" cy="1477328"/>
          </a:xfrm>
          <a:prstGeom prst="rect">
            <a:avLst/>
          </a:prstGeom>
          <a:noFill/>
        </p:spPr>
        <p:txBody>
          <a:bodyPr wrap="square" rtlCol="0">
            <a:spAutoFit/>
          </a:bodyPr>
          <a:lstStyle/>
          <a:p>
            <a:r>
              <a:rPr lang="en-IN" dirty="0"/>
              <a:t>Route of Synthesis</a:t>
            </a:r>
          </a:p>
          <a:p>
            <a:endParaRPr lang="en-IN" dirty="0"/>
          </a:p>
          <a:p>
            <a:endParaRPr lang="en-IN" dirty="0"/>
          </a:p>
          <a:p>
            <a:endParaRPr lang="en-IN" dirty="0"/>
          </a:p>
          <a:p>
            <a:endParaRPr lang="en-IN" dirty="0"/>
          </a:p>
        </p:txBody>
      </p:sp>
      <p:sp>
        <p:nvSpPr>
          <p:cNvPr id="7" name="Cylinder 6">
            <a:extLst>
              <a:ext uri="{FF2B5EF4-FFF2-40B4-BE49-F238E27FC236}">
                <a16:creationId xmlns:a16="http://schemas.microsoft.com/office/drawing/2014/main" id="{61219E9D-459C-FD29-0D91-DC318479C1ED}"/>
              </a:ext>
            </a:extLst>
          </p:cNvPr>
          <p:cNvSpPr/>
          <p:nvPr/>
        </p:nvSpPr>
        <p:spPr>
          <a:xfrm>
            <a:off x="2743200" y="1687585"/>
            <a:ext cx="684007" cy="81452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AF7840D6-082E-B3F1-5A55-944443373478}"/>
              </a:ext>
            </a:extLst>
          </p:cNvPr>
          <p:cNvSpPr txBox="1"/>
          <p:nvPr/>
        </p:nvSpPr>
        <p:spPr>
          <a:xfrm>
            <a:off x="-37260" y="-28229"/>
            <a:ext cx="4576312" cy="369332"/>
          </a:xfrm>
          <a:prstGeom prst="rect">
            <a:avLst/>
          </a:prstGeom>
          <a:noFill/>
        </p:spPr>
        <p:txBody>
          <a:bodyPr wrap="square">
            <a:spAutoFit/>
          </a:bodyPr>
          <a:lstStyle/>
          <a:p>
            <a:r>
              <a:rPr lang="en-IN" dirty="0"/>
              <a:t>Project: BG5JD</a:t>
            </a:r>
          </a:p>
        </p:txBody>
      </p:sp>
    </p:spTree>
    <p:extLst>
      <p:ext uri="{BB962C8B-B14F-4D97-AF65-F5344CB8AC3E}">
        <p14:creationId xmlns:p14="http://schemas.microsoft.com/office/powerpoint/2010/main" val="2497726865"/>
      </p:ext>
    </p:extLst>
  </p:cSld>
  <p:clrMapOvr>
    <a:masterClrMapping/>
  </p:clrMapOvr>
</p:sld>
</file>

<file path=ppt/theme/theme1.xml><?xml version="1.0" encoding="utf-8"?>
<a:theme xmlns:a="http://schemas.openxmlformats.org/drawingml/2006/main" name="CiVentiChem Master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128440</TotalTime>
  <Words>1193</Words>
  <Application>Microsoft Office PowerPoint</Application>
  <PresentationFormat>Letter Paper (8.5x11 in)</PresentationFormat>
  <Paragraphs>182</Paragraphs>
  <Slides>11</Slides>
  <Notes>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11</vt:i4>
      </vt:variant>
    </vt:vector>
  </HeadingPairs>
  <TitlesOfParts>
    <vt:vector size="15" baseType="lpstr">
      <vt:lpstr>Arial</vt:lpstr>
      <vt:lpstr>Calibri</vt:lpstr>
      <vt:lpstr>CiVentiChem Master 1</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Glenn Killingworth</dc:creator>
  <cp:lastModifiedBy>Anirudh Citineni</cp:lastModifiedBy>
  <cp:revision>13244</cp:revision>
  <dcterms:created xsi:type="dcterms:W3CDTF">2010-10-22T14:41:31Z</dcterms:created>
  <dcterms:modified xsi:type="dcterms:W3CDTF">2026-09-02T09:49:09Z</dcterms:modified>
</cp:coreProperties>
</file>